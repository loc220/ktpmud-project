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7" r:id="rId5"/>
    <p:sldMasterId id="2147483713" r:id="rId6"/>
    <p:sldMasterId id="2147483726" r:id="rId7"/>
    <p:sldMasterId id="2147483739" r:id="rId8"/>
  </p:sldMasterIdLst>
  <p:sldIdLst>
    <p:sldId id="256" r:id="rId9"/>
    <p:sldId id="257" r:id="rId10"/>
    <p:sldId id="258" r:id="rId11"/>
    <p:sldId id="270" r:id="rId12"/>
    <p:sldId id="274" r:id="rId13"/>
    <p:sldId id="275" r:id="rId14"/>
    <p:sldId id="262" r:id="rId15"/>
    <p:sldId id="259" r:id="rId16"/>
    <p:sldId id="265" r:id="rId17"/>
    <p:sldId id="260" r:id="rId18"/>
    <p:sldId id="266" r:id="rId19"/>
    <p:sldId id="261" r:id="rId20"/>
    <p:sldId id="267" r:id="rId21"/>
    <p:sldId id="268" r:id="rId22"/>
    <p:sldId id="276" r:id="rId23"/>
    <p:sldId id="281" r:id="rId24"/>
    <p:sldId id="277" r:id="rId25"/>
    <p:sldId id="278" r:id="rId26"/>
    <p:sldId id="279" r:id="rId27"/>
    <p:sldId id="280" r:id="rId28"/>
    <p:sldId id="264" r:id="rId29"/>
  </p:sldIdLst>
  <p:sldSz cx="12192000" cy="6858000"/>
  <p:notesSz cx="7559675" cy="10691813"/>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6"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presProps" Target="presProps.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Xuan Loc 202414220" userId="S::loc.lx2414220@sis.hust.edu.vn::a74cda33-b6e3-4611-9ab4-31d75d67c815" providerId="AD" clId="Web-{2C4D4CF1-76B6-AC75-85B0-4DC76C57E755}"/>
    <pc:docChg chg="modSld">
      <pc:chgData name="Le Xuan Loc 202414220" userId="S::loc.lx2414220@sis.hust.edu.vn::a74cda33-b6e3-4611-9ab4-31d75d67c815" providerId="AD" clId="Web-{2C4D4CF1-76B6-AC75-85B0-4DC76C57E755}" dt="2026-09-13T01:54:25.030" v="2" actId="20577"/>
      <pc:docMkLst>
        <pc:docMk/>
      </pc:docMkLst>
      <pc:sldChg chg="modSp">
        <pc:chgData name="Le Xuan Loc 202414220" userId="S::loc.lx2414220@sis.hust.edu.vn::a74cda33-b6e3-4611-9ab4-31d75d67c815" providerId="AD" clId="Web-{2C4D4CF1-76B6-AC75-85B0-4DC76C57E755}" dt="2026-09-13T01:54:25.030" v="2" actId="20577"/>
        <pc:sldMkLst>
          <pc:docMk/>
          <pc:sldMk cId="2370063621" sldId="274"/>
        </pc:sldMkLst>
      </pc:sldChg>
    </pc:docChg>
  </pc:docChgLst>
  <pc:docChgLst>
    <pc:chgData name="Guest User" userId="S::urn:spo:tenantanon#06f1b89f-07e8-464f-b408-ec1b45703f31::" providerId="AD" clId="Web-{53067A55-AEAE-F7B7-0425-B84092409E25}"/>
    <pc:docChg chg="modSld">
      <pc:chgData name="Guest User" userId="S::urn:spo:tenantanon#06f1b89f-07e8-464f-b408-ec1b45703f31::" providerId="AD" clId="Web-{53067A55-AEAE-F7B7-0425-B84092409E25}" dt="2026-09-13T11:21:50.951" v="175"/>
      <pc:docMkLst>
        <pc:docMk/>
      </pc:docMkLst>
      <pc:sldChg chg="modSp">
        <pc:chgData name="Guest User" userId="S::urn:spo:tenantanon#06f1b89f-07e8-464f-b408-ec1b45703f31::" providerId="AD" clId="Web-{53067A55-AEAE-F7B7-0425-B84092409E25}" dt="2026-09-13T11:19:43.431" v="17" actId="20577"/>
        <pc:sldMkLst>
          <pc:docMk/>
          <pc:sldMk cId="0" sldId="257"/>
        </pc:sldMkLst>
        <pc:spChg chg="mod">
          <ac:chgData name="Guest User" userId="S::urn:spo:tenantanon#06f1b89f-07e8-464f-b408-ec1b45703f31::" providerId="AD" clId="Web-{53067A55-AEAE-F7B7-0425-B84092409E25}" dt="2026-09-13T11:19:43.431" v="17" actId="20577"/>
          <ac:spMkLst>
            <pc:docMk/>
            <pc:sldMk cId="0" sldId="257"/>
            <ac:spMk id="10" creationId="{A5A697AC-E1A4-87CC-C403-61EF48364743}"/>
          </ac:spMkLst>
        </pc:spChg>
      </pc:sldChg>
      <pc:sldChg chg="modSp">
        <pc:chgData name="Guest User" userId="S::urn:spo:tenantanon#06f1b89f-07e8-464f-b408-ec1b45703f31::" providerId="AD" clId="Web-{53067A55-AEAE-F7B7-0425-B84092409E25}" dt="2026-09-13T11:21:50.951" v="175"/>
        <pc:sldMkLst>
          <pc:docMk/>
          <pc:sldMk cId="2370063621" sldId="274"/>
        </pc:sldMkLst>
        <pc:graphicFrameChg chg="mod modGraphic">
          <ac:chgData name="Guest User" userId="S::urn:spo:tenantanon#06f1b89f-07e8-464f-b408-ec1b45703f31::" providerId="AD" clId="Web-{53067A55-AEAE-F7B7-0425-B84092409E25}" dt="2026-09-13T11:21:50.951" v="175"/>
          <ac:graphicFrameMkLst>
            <pc:docMk/>
            <pc:sldMk cId="2370063621" sldId="274"/>
            <ac:graphicFrameMk id="8" creationId="{64A17AC4-A204-7B4F-CD17-B1B997D83CE4}"/>
          </ac:graphicFrameMkLst>
        </pc:graphicFrameChg>
      </pc:sldChg>
    </pc:docChg>
  </pc:docChgLst>
  <pc:docChgLst>
    <pc:chgData name="Le Xuan Loc 202414220" userId="a74cda33-b6e3-4611-9ab4-31d75d67c815" providerId="ADAL" clId="{B423BD63-2FF7-4E4E-A02F-F85527FD56BF}"/>
    <pc:docChg chg="undo custSel addSld delSld modSld sldOrd">
      <pc:chgData name="Le Xuan Loc 202414220" userId="a74cda33-b6e3-4611-9ab4-31d75d67c815" providerId="ADAL" clId="{B423BD63-2FF7-4E4E-A02F-F85527FD56BF}" dt="2026-09-30T02:58:42.140" v="2429" actId="1076"/>
      <pc:docMkLst>
        <pc:docMk/>
      </pc:docMkLst>
      <pc:sldChg chg="modTransition">
        <pc:chgData name="Le Xuan Loc 202414220" userId="a74cda33-b6e3-4611-9ab4-31d75d67c815" providerId="ADAL" clId="{B423BD63-2FF7-4E4E-A02F-F85527FD56BF}" dt="2026-09-13T16:42:58.038" v="2134"/>
        <pc:sldMkLst>
          <pc:docMk/>
          <pc:sldMk cId="0" sldId="256"/>
        </pc:sldMkLst>
      </pc:sldChg>
      <pc:sldChg chg="addSp delSp modSp mod modTransition chgLayout">
        <pc:chgData name="Le Xuan Loc 202414220" userId="a74cda33-b6e3-4611-9ab4-31d75d67c815" providerId="ADAL" clId="{B423BD63-2FF7-4E4E-A02F-F85527FD56BF}" dt="2026-09-13T16:43:03.155" v="2135"/>
        <pc:sldMkLst>
          <pc:docMk/>
          <pc:sldMk cId="0" sldId="257"/>
        </pc:sldMkLst>
        <pc:spChg chg="mod">
          <ac:chgData name="Le Xuan Loc 202414220" userId="a74cda33-b6e3-4611-9ab4-31d75d67c815" providerId="ADAL" clId="{B423BD63-2FF7-4E4E-A02F-F85527FD56BF}" dt="2026-09-10T14:52:06.456" v="0"/>
          <ac:spMkLst>
            <pc:docMk/>
            <pc:sldMk cId="0" sldId="257"/>
            <ac:spMk id="3" creationId="{1331A41D-6BF8-8827-F5FC-45C08CD26416}"/>
          </ac:spMkLst>
        </pc:spChg>
        <pc:spChg chg="mod">
          <ac:chgData name="Le Xuan Loc 202414220" userId="a74cda33-b6e3-4611-9ab4-31d75d67c815" providerId="ADAL" clId="{B423BD63-2FF7-4E4E-A02F-F85527FD56BF}" dt="2026-09-12T07:03:18.936" v="1338" actId="1076"/>
          <ac:spMkLst>
            <pc:docMk/>
            <pc:sldMk cId="0" sldId="257"/>
            <ac:spMk id="7" creationId="{F79D4A76-99DC-014A-17FB-DD64EA6BEA42}"/>
          </ac:spMkLst>
        </pc:spChg>
        <pc:spChg chg="mod">
          <ac:chgData name="Le Xuan Loc 202414220" userId="a74cda33-b6e3-4611-9ab4-31d75d67c815" providerId="ADAL" clId="{B423BD63-2FF7-4E4E-A02F-F85527FD56BF}" dt="2026-09-11T06:43:52.743" v="1287" actId="6264"/>
          <ac:spMkLst>
            <pc:docMk/>
            <pc:sldMk cId="0" sldId="257"/>
            <ac:spMk id="8" creationId="{53C8B9FB-355B-380B-6D22-36A94E286E32}"/>
          </ac:spMkLst>
        </pc:spChg>
        <pc:spChg chg="mod">
          <ac:chgData name="Le Xuan Loc 202414220" userId="a74cda33-b6e3-4611-9ab4-31d75d67c815" providerId="ADAL" clId="{B423BD63-2FF7-4E4E-A02F-F85527FD56BF}" dt="2026-09-11T06:44:35.904" v="1291" actId="1076"/>
          <ac:spMkLst>
            <pc:docMk/>
            <pc:sldMk cId="0" sldId="257"/>
            <ac:spMk id="9" creationId="{0FB70CA3-BB27-D2A5-B462-9CDAAF154E2A}"/>
          </ac:spMkLst>
        </pc:spChg>
        <pc:spChg chg="mod ord">
          <ac:chgData name="Le Xuan Loc 202414220" userId="a74cda33-b6e3-4611-9ab4-31d75d67c815" providerId="ADAL" clId="{B423BD63-2FF7-4E4E-A02F-F85527FD56BF}" dt="2026-09-12T06:59:31.912" v="1294" actId="1076"/>
          <ac:spMkLst>
            <pc:docMk/>
            <pc:sldMk cId="0" sldId="257"/>
            <ac:spMk id="10" creationId="{A5A697AC-E1A4-87CC-C403-61EF48364743}"/>
          </ac:spMkLst>
        </pc:spChg>
        <pc:picChg chg="add mod ord">
          <ac:chgData name="Le Xuan Loc 202414220" userId="a74cda33-b6e3-4611-9ab4-31d75d67c815" providerId="ADAL" clId="{B423BD63-2FF7-4E4E-A02F-F85527FD56BF}" dt="2026-09-12T07:03:10.456" v="1337" actId="14100"/>
          <ac:picMkLst>
            <pc:docMk/>
            <pc:sldMk cId="0" sldId="257"/>
            <ac:picMk id="4" creationId="{006A8758-564F-6E7C-EDBD-64FDF478D330}"/>
          </ac:picMkLst>
        </pc:picChg>
      </pc:sldChg>
      <pc:sldChg chg="addSp modSp mod modTransition">
        <pc:chgData name="Le Xuan Loc 202414220" userId="a74cda33-b6e3-4611-9ab4-31d75d67c815" providerId="ADAL" clId="{B423BD63-2FF7-4E4E-A02F-F85527FD56BF}" dt="2026-09-14T01:59:50.278" v="2413" actId="20577"/>
        <pc:sldMkLst>
          <pc:docMk/>
          <pc:sldMk cId="0" sldId="258"/>
        </pc:sldMkLst>
        <pc:spChg chg="mod">
          <ac:chgData name="Le Xuan Loc 202414220" userId="a74cda33-b6e3-4611-9ab4-31d75d67c815" providerId="ADAL" clId="{B423BD63-2FF7-4E4E-A02F-F85527FD56BF}" dt="2026-09-14T01:59:50.278" v="2413" actId="20577"/>
          <ac:spMkLst>
            <pc:docMk/>
            <pc:sldMk cId="0" sldId="258"/>
            <ac:spMk id="311" creationId="{00000000-0000-0000-0000-000000000000}"/>
          </ac:spMkLst>
        </pc:spChg>
        <pc:picChg chg="add mod">
          <ac:chgData name="Le Xuan Loc 202414220" userId="a74cda33-b6e3-4611-9ab4-31d75d67c815" providerId="ADAL" clId="{B423BD63-2FF7-4E4E-A02F-F85527FD56BF}" dt="2026-09-11T06:40:06.238" v="1252" actId="1076"/>
          <ac:picMkLst>
            <pc:docMk/>
            <pc:sldMk cId="0" sldId="258"/>
            <ac:picMk id="3" creationId="{EB08493E-F282-562B-D1F3-22E5B316C20C}"/>
          </ac:picMkLst>
        </pc:picChg>
        <pc:picChg chg="mod">
          <ac:chgData name="Le Xuan Loc 202414220" userId="a74cda33-b6e3-4611-9ab4-31d75d67c815" providerId="ADAL" clId="{B423BD63-2FF7-4E4E-A02F-F85527FD56BF}" dt="2026-09-11T06:39:34.655" v="1245" actId="1076"/>
          <ac:picMkLst>
            <pc:docMk/>
            <pc:sldMk cId="0" sldId="258"/>
            <ac:picMk id="5" creationId="{5EF7A4AB-4FEB-BB77-2DF9-5903CB655374}"/>
          </ac:picMkLst>
        </pc:picChg>
      </pc:sldChg>
      <pc:sldChg chg="addSp delSp modSp mod">
        <pc:chgData name="Le Xuan Loc 202414220" userId="a74cda33-b6e3-4611-9ab4-31d75d67c815" providerId="ADAL" clId="{B423BD63-2FF7-4E4E-A02F-F85527FD56BF}" dt="2026-09-11T06:37:10.072" v="1232" actId="207"/>
        <pc:sldMkLst>
          <pc:docMk/>
          <pc:sldMk cId="0" sldId="259"/>
        </pc:sldMkLst>
        <pc:spChg chg="mod">
          <ac:chgData name="Le Xuan Loc 202414220" userId="a74cda33-b6e3-4611-9ab4-31d75d67c815" providerId="ADAL" clId="{B423BD63-2FF7-4E4E-A02F-F85527FD56BF}" dt="2026-09-11T06:37:10.072" v="1232" actId="207"/>
          <ac:spMkLst>
            <pc:docMk/>
            <pc:sldMk cId="0" sldId="259"/>
            <ac:spMk id="9" creationId="{626B0427-C4BF-8B7D-7A79-B39B7900BB34}"/>
          </ac:spMkLst>
        </pc:spChg>
        <pc:spChg chg="mod">
          <ac:chgData name="Le Xuan Loc 202414220" userId="a74cda33-b6e3-4611-9ab4-31d75d67c815" providerId="ADAL" clId="{B423BD63-2FF7-4E4E-A02F-F85527FD56BF}" dt="2026-09-10T15:23:28.487" v="17"/>
          <ac:spMkLst>
            <pc:docMk/>
            <pc:sldMk cId="0" sldId="259"/>
            <ac:spMk id="11" creationId="{EB702818-01D8-CA1E-8DA3-B758E19C791C}"/>
          </ac:spMkLst>
        </pc:spChg>
        <pc:spChg chg="mod">
          <ac:chgData name="Le Xuan Loc 202414220" userId="a74cda33-b6e3-4611-9ab4-31d75d67c815" providerId="ADAL" clId="{B423BD63-2FF7-4E4E-A02F-F85527FD56BF}" dt="2026-09-10T15:23:39.001" v="19"/>
          <ac:spMkLst>
            <pc:docMk/>
            <pc:sldMk cId="0" sldId="259"/>
            <ac:spMk id="15" creationId="{882D725D-4901-899B-37C2-E098E732D828}"/>
          </ac:spMkLst>
        </pc:spChg>
        <pc:spChg chg="mod">
          <ac:chgData name="Le Xuan Loc 202414220" userId="a74cda33-b6e3-4611-9ab4-31d75d67c815" providerId="ADAL" clId="{B423BD63-2FF7-4E4E-A02F-F85527FD56BF}" dt="2026-09-10T15:20:17.460" v="10"/>
          <ac:spMkLst>
            <pc:docMk/>
            <pc:sldMk cId="0" sldId="259"/>
            <ac:spMk id="19" creationId="{A8E9D933-F35A-7FE5-9F5C-0FD6334C74E4}"/>
          </ac:spMkLst>
        </pc:spChg>
        <pc:picChg chg="add">
          <ac:chgData name="Le Xuan Loc 202414220" userId="a74cda33-b6e3-4611-9ab4-31d75d67c815" providerId="ADAL" clId="{B423BD63-2FF7-4E4E-A02F-F85527FD56BF}" dt="2026-09-10T15:22:34.757" v="14"/>
          <ac:picMkLst>
            <pc:docMk/>
            <pc:sldMk cId="0" sldId="259"/>
            <ac:picMk id="25" creationId="{DC39F564-D7B1-2A72-616A-456FD68C2BB7}"/>
          </ac:picMkLst>
        </pc:picChg>
        <pc:picChg chg="add">
          <ac:chgData name="Le Xuan Loc 202414220" userId="a74cda33-b6e3-4611-9ab4-31d75d67c815" providerId="ADAL" clId="{B423BD63-2FF7-4E4E-A02F-F85527FD56BF}" dt="2026-09-10T15:22:59.075" v="15"/>
          <ac:picMkLst>
            <pc:docMk/>
            <pc:sldMk cId="0" sldId="259"/>
            <ac:picMk id="26" creationId="{527A65F6-5F2C-CFB4-FE6C-2E571BF8957F}"/>
          </ac:picMkLst>
        </pc:picChg>
        <pc:picChg chg="add">
          <ac:chgData name="Le Xuan Loc 202414220" userId="a74cda33-b6e3-4611-9ab4-31d75d67c815" providerId="ADAL" clId="{B423BD63-2FF7-4E4E-A02F-F85527FD56BF}" dt="2026-09-10T15:24:50.782" v="20"/>
          <ac:picMkLst>
            <pc:docMk/>
            <pc:sldMk cId="0" sldId="259"/>
            <ac:picMk id="27" creationId="{BE40F898-E1D3-B436-D9B0-53F674A00C9B}"/>
          </ac:picMkLst>
        </pc:picChg>
        <pc:picChg chg="add">
          <ac:chgData name="Le Xuan Loc 202414220" userId="a74cda33-b6e3-4611-9ab4-31d75d67c815" providerId="ADAL" clId="{B423BD63-2FF7-4E4E-A02F-F85527FD56BF}" dt="2026-09-10T15:27:06.067" v="21"/>
          <ac:picMkLst>
            <pc:docMk/>
            <pc:sldMk cId="0" sldId="259"/>
            <ac:picMk id="28" creationId="{8A8F095D-80D8-5B61-8858-C7850EE8E687}"/>
          </ac:picMkLst>
        </pc:picChg>
      </pc:sldChg>
      <pc:sldChg chg="addSp">
        <pc:chgData name="Le Xuan Loc 202414220" userId="a74cda33-b6e3-4611-9ab4-31d75d67c815" providerId="ADAL" clId="{B423BD63-2FF7-4E4E-A02F-F85527FD56BF}" dt="2026-09-10T15:45:56.028" v="23"/>
        <pc:sldMkLst>
          <pc:docMk/>
          <pc:sldMk cId="0" sldId="260"/>
        </pc:sldMkLst>
        <pc:picChg chg="add">
          <ac:chgData name="Le Xuan Loc 202414220" userId="a74cda33-b6e3-4611-9ab4-31d75d67c815" providerId="ADAL" clId="{B423BD63-2FF7-4E4E-A02F-F85527FD56BF}" dt="2026-09-10T15:45:56.028" v="23"/>
          <ac:picMkLst>
            <pc:docMk/>
            <pc:sldMk cId="0" sldId="260"/>
            <ac:picMk id="7" creationId="{387369A1-AAF7-CDE9-4271-26C90892CBE4}"/>
          </ac:picMkLst>
        </pc:picChg>
      </pc:sldChg>
      <pc:sldChg chg="addSp delSp modSp mod ord">
        <pc:chgData name="Le Xuan Loc 202414220" userId="a74cda33-b6e3-4611-9ab4-31d75d67c815" providerId="ADAL" clId="{B423BD63-2FF7-4E4E-A02F-F85527FD56BF}" dt="2026-09-12T15:42:10.336" v="1399" actId="1076"/>
        <pc:sldMkLst>
          <pc:docMk/>
          <pc:sldMk cId="0" sldId="261"/>
        </pc:sldMkLst>
        <pc:spChg chg="mod">
          <ac:chgData name="Le Xuan Loc 202414220" userId="a74cda33-b6e3-4611-9ab4-31d75d67c815" providerId="ADAL" clId="{B423BD63-2FF7-4E4E-A02F-F85527FD56BF}" dt="2026-09-11T02:56:47.378" v="65" actId="13822"/>
          <ac:spMkLst>
            <pc:docMk/>
            <pc:sldMk cId="0" sldId="261"/>
            <ac:spMk id="20" creationId="{0600484C-586B-1723-E8D1-07807E7B0192}"/>
          </ac:spMkLst>
        </pc:spChg>
        <pc:spChg chg="mod">
          <ac:chgData name="Le Xuan Loc 202414220" userId="a74cda33-b6e3-4611-9ab4-31d75d67c815" providerId="ADAL" clId="{B423BD63-2FF7-4E4E-A02F-F85527FD56BF}" dt="2026-09-11T05:41:56.197" v="71" actId="1076"/>
          <ac:spMkLst>
            <pc:docMk/>
            <pc:sldMk cId="0" sldId="261"/>
            <ac:spMk id="22" creationId="{8E7A380F-47F4-E26F-14B4-54BA01E260C4}"/>
          </ac:spMkLst>
        </pc:spChg>
        <pc:spChg chg="mod">
          <ac:chgData name="Le Xuan Loc 202414220" userId="a74cda33-b6e3-4611-9ab4-31d75d67c815" providerId="ADAL" clId="{B423BD63-2FF7-4E4E-A02F-F85527FD56BF}" dt="2026-09-11T02:56:52.674" v="66" actId="13822"/>
          <ac:spMkLst>
            <pc:docMk/>
            <pc:sldMk cId="0" sldId="261"/>
            <ac:spMk id="24" creationId="{DA73B6F7-E858-A269-76C1-D60897028B7D}"/>
          </ac:spMkLst>
        </pc:spChg>
        <pc:spChg chg="mod">
          <ac:chgData name="Le Xuan Loc 202414220" userId="a74cda33-b6e3-4611-9ab4-31d75d67c815" providerId="ADAL" clId="{B423BD63-2FF7-4E4E-A02F-F85527FD56BF}" dt="2026-09-11T05:41:51.694" v="69" actId="1076"/>
          <ac:spMkLst>
            <pc:docMk/>
            <pc:sldMk cId="0" sldId="261"/>
            <ac:spMk id="26" creationId="{225D5271-94D4-9D5A-7BFF-A22F57383B72}"/>
          </ac:spMkLst>
        </pc:spChg>
        <pc:spChg chg="mod">
          <ac:chgData name="Le Xuan Loc 202414220" userId="a74cda33-b6e3-4611-9ab4-31d75d67c815" providerId="ADAL" clId="{B423BD63-2FF7-4E4E-A02F-F85527FD56BF}" dt="2026-09-12T15:42:10.336" v="1399" actId="1076"/>
          <ac:spMkLst>
            <pc:docMk/>
            <pc:sldMk cId="0" sldId="261"/>
            <ac:spMk id="315" creationId="{00000000-0000-0000-0000-000000000000}"/>
          </ac:spMkLst>
        </pc:spChg>
        <pc:spChg chg="mod">
          <ac:chgData name="Le Xuan Loc 202414220" userId="a74cda33-b6e3-4611-9ab4-31d75d67c815" providerId="ADAL" clId="{B423BD63-2FF7-4E4E-A02F-F85527FD56BF}" dt="2026-09-11T02:56:23.324" v="61" actId="339"/>
          <ac:spMkLst>
            <pc:docMk/>
            <pc:sldMk cId="0" sldId="261"/>
            <ac:spMk id="316" creationId="{00000000-0000-0000-0000-000000000000}"/>
          </ac:spMkLst>
        </pc:spChg>
        <pc:picChg chg="add mod">
          <ac:chgData name="Le Xuan Loc 202414220" userId="a74cda33-b6e3-4611-9ab4-31d75d67c815" providerId="ADAL" clId="{B423BD63-2FF7-4E4E-A02F-F85527FD56BF}" dt="2026-09-11T05:45:55.270" v="86" actId="14861"/>
          <ac:picMkLst>
            <pc:docMk/>
            <pc:sldMk cId="0" sldId="261"/>
            <ac:picMk id="11" creationId="{A4DC2112-5481-B681-F6A2-5AC96646BFFF}"/>
          </ac:picMkLst>
        </pc:picChg>
        <pc:picChg chg="add mod">
          <ac:chgData name="Le Xuan Loc 202414220" userId="a74cda33-b6e3-4611-9ab4-31d75d67c815" providerId="ADAL" clId="{B423BD63-2FF7-4E4E-A02F-F85527FD56BF}" dt="2026-09-11T02:56:41.398" v="64" actId="1076"/>
          <ac:picMkLst>
            <pc:docMk/>
            <pc:sldMk cId="0" sldId="261"/>
            <ac:picMk id="12" creationId="{785416FF-022C-7BF9-87F0-79A337F26334}"/>
          </ac:picMkLst>
        </pc:picChg>
        <pc:picChg chg="add mod">
          <ac:chgData name="Le Xuan Loc 202414220" userId="a74cda33-b6e3-4611-9ab4-31d75d67c815" providerId="ADAL" clId="{B423BD63-2FF7-4E4E-A02F-F85527FD56BF}" dt="2026-09-11T05:41:53.250" v="70" actId="1076"/>
          <ac:picMkLst>
            <pc:docMk/>
            <pc:sldMk cId="0" sldId="261"/>
            <ac:picMk id="27" creationId="{EAFB456E-6FB8-CAFB-7E0A-A3145C89C1A1}"/>
          </ac:picMkLst>
        </pc:picChg>
        <pc:picChg chg="add mod">
          <ac:chgData name="Le Xuan Loc 202414220" userId="a74cda33-b6e3-4611-9ab4-31d75d67c815" providerId="ADAL" clId="{B423BD63-2FF7-4E4E-A02F-F85527FD56BF}" dt="2026-09-11T05:41:57.302" v="72" actId="1076"/>
          <ac:picMkLst>
            <pc:docMk/>
            <pc:sldMk cId="0" sldId="261"/>
            <ac:picMk id="29" creationId="{5935786F-75F4-7E2C-339B-AB2BF8953A2C}"/>
          </ac:picMkLst>
        </pc:picChg>
        <pc:picChg chg="add">
          <ac:chgData name="Le Xuan Loc 202414220" userId="a74cda33-b6e3-4611-9ab4-31d75d67c815" providerId="ADAL" clId="{B423BD63-2FF7-4E4E-A02F-F85527FD56BF}" dt="2026-09-10T16:07:38.743" v="30"/>
          <ac:picMkLst>
            <pc:docMk/>
            <pc:sldMk cId="0" sldId="261"/>
            <ac:picMk id="30" creationId="{702FC928-7848-FF88-E524-CE16BCAEF11F}"/>
          </ac:picMkLst>
        </pc:picChg>
        <pc:cxnChg chg="add mod">
          <ac:chgData name="Le Xuan Loc 202414220" userId="a74cda33-b6e3-4611-9ab4-31d75d67c815" providerId="ADAL" clId="{B423BD63-2FF7-4E4E-A02F-F85527FD56BF}" dt="2026-09-11T05:41:51.694" v="69" actId="1076"/>
          <ac:cxnSpMkLst>
            <pc:docMk/>
            <pc:sldMk cId="0" sldId="261"/>
            <ac:cxnSpMk id="3" creationId="{D45358DA-F942-01C6-0F67-AF3A22CEBF84}"/>
          </ac:cxnSpMkLst>
        </pc:cxnChg>
        <pc:cxnChg chg="add">
          <ac:chgData name="Le Xuan Loc 202414220" userId="a74cda33-b6e3-4611-9ab4-31d75d67c815" providerId="ADAL" clId="{B423BD63-2FF7-4E4E-A02F-F85527FD56BF}" dt="2026-09-11T02:48:06.252" v="32" actId="11529"/>
          <ac:cxnSpMkLst>
            <pc:docMk/>
            <pc:sldMk cId="0" sldId="261"/>
            <ac:cxnSpMk id="5" creationId="{A3CDCB8B-85FB-5434-3A5C-229159B14038}"/>
          </ac:cxnSpMkLst>
        </pc:cxnChg>
        <pc:cxnChg chg="mod">
          <ac:chgData name="Le Xuan Loc 202414220" userId="a74cda33-b6e3-4611-9ab4-31d75d67c815" providerId="ADAL" clId="{B423BD63-2FF7-4E4E-A02F-F85527FD56BF}" dt="2026-09-11T02:56:39.591" v="63" actId="14100"/>
          <ac:cxnSpMkLst>
            <pc:docMk/>
            <pc:sldMk cId="0" sldId="261"/>
            <ac:cxnSpMk id="6" creationId="{74F89D37-1A2C-4425-CC4D-548753B1F645}"/>
          </ac:cxnSpMkLst>
        </pc:cxnChg>
        <pc:cxnChg chg="mod">
          <ac:chgData name="Le Xuan Loc 202414220" userId="a74cda33-b6e3-4611-9ab4-31d75d67c815" providerId="ADAL" clId="{B423BD63-2FF7-4E4E-A02F-F85527FD56BF}" dt="2026-09-11T05:41:56.197" v="71" actId="1076"/>
          <ac:cxnSpMkLst>
            <pc:docMk/>
            <pc:sldMk cId="0" sldId="261"/>
            <ac:cxnSpMk id="9" creationId="{CB516F46-FBC1-7CBB-C789-3095AE84BD84}"/>
          </ac:cxnSpMkLst>
        </pc:cxnChg>
      </pc:sldChg>
      <pc:sldChg chg="modSp mod ord">
        <pc:chgData name="Le Xuan Loc 202414220" userId="a74cda33-b6e3-4611-9ab4-31d75d67c815" providerId="ADAL" clId="{B423BD63-2FF7-4E4E-A02F-F85527FD56BF}" dt="2026-09-11T05:48:59.331" v="132" actId="20577"/>
        <pc:sldMkLst>
          <pc:docMk/>
          <pc:sldMk cId="0" sldId="262"/>
        </pc:sldMkLst>
        <pc:spChg chg="mod">
          <ac:chgData name="Le Xuan Loc 202414220" userId="a74cda33-b6e3-4611-9ab4-31d75d67c815" providerId="ADAL" clId="{B423BD63-2FF7-4E4E-A02F-F85527FD56BF}" dt="2026-09-11T05:48:59.331" v="132" actId="20577"/>
          <ac:spMkLst>
            <pc:docMk/>
            <pc:sldMk cId="0" sldId="262"/>
            <ac:spMk id="3" creationId="{4EF926AB-5E2C-ACF6-3050-D04E6AB65FC2}"/>
          </ac:spMkLst>
        </pc:spChg>
      </pc:sldChg>
      <pc:sldChg chg="addSp modSp mod">
        <pc:chgData name="Le Xuan Loc 202414220" userId="a74cda33-b6e3-4611-9ab4-31d75d67c815" providerId="ADAL" clId="{B423BD63-2FF7-4E4E-A02F-F85527FD56BF}" dt="2026-09-11T06:36:14.855" v="1230" actId="1076"/>
        <pc:sldMkLst>
          <pc:docMk/>
          <pc:sldMk cId="951897201" sldId="265"/>
        </pc:sldMkLst>
        <pc:spChg chg="mod">
          <ac:chgData name="Le Xuan Loc 202414220" userId="a74cda33-b6e3-4611-9ab4-31d75d67c815" providerId="ADAL" clId="{B423BD63-2FF7-4E4E-A02F-F85527FD56BF}" dt="2026-09-11T06:36:12.119" v="1229" actId="1076"/>
          <ac:spMkLst>
            <pc:docMk/>
            <pc:sldMk cId="951897201" sldId="265"/>
            <ac:spMk id="3" creationId="{208D1E06-9A33-07B2-7732-46DD19F988AB}"/>
          </ac:spMkLst>
        </pc:spChg>
        <pc:spChg chg="mod">
          <ac:chgData name="Le Xuan Loc 202414220" userId="a74cda33-b6e3-4611-9ab4-31d75d67c815" providerId="ADAL" clId="{B423BD63-2FF7-4E4E-A02F-F85527FD56BF}" dt="2026-09-11T06:36:07.727" v="1228" actId="207"/>
          <ac:spMkLst>
            <pc:docMk/>
            <pc:sldMk cId="951897201" sldId="265"/>
            <ac:spMk id="4" creationId="{1BA40A70-D43B-27CA-8818-026FCA7B4D71}"/>
          </ac:spMkLst>
        </pc:spChg>
        <pc:spChg chg="mod">
          <ac:chgData name="Le Xuan Loc 202414220" userId="a74cda33-b6e3-4611-9ab4-31d75d67c815" providerId="ADAL" clId="{B423BD63-2FF7-4E4E-A02F-F85527FD56BF}" dt="2026-09-11T06:36:14.855" v="1230" actId="1076"/>
          <ac:spMkLst>
            <pc:docMk/>
            <pc:sldMk cId="951897201" sldId="265"/>
            <ac:spMk id="9" creationId="{7AE2D7A9-D336-CA14-65A0-6C3C9D679AF1}"/>
          </ac:spMkLst>
        </pc:spChg>
        <pc:picChg chg="mod">
          <ac:chgData name="Le Xuan Loc 202414220" userId="a74cda33-b6e3-4611-9ab4-31d75d67c815" providerId="ADAL" clId="{B423BD63-2FF7-4E4E-A02F-F85527FD56BF}" dt="2026-09-11T06:36:02.996" v="1226" actId="1076"/>
          <ac:picMkLst>
            <pc:docMk/>
            <pc:sldMk cId="951897201" sldId="265"/>
            <ac:picMk id="7" creationId="{81CF6BC8-EAE3-D13F-3E92-1C36E9D94ADD}"/>
          </ac:picMkLst>
        </pc:picChg>
        <pc:picChg chg="add">
          <ac:chgData name="Le Xuan Loc 202414220" userId="a74cda33-b6e3-4611-9ab4-31d75d67c815" providerId="ADAL" clId="{B423BD63-2FF7-4E4E-A02F-F85527FD56BF}" dt="2026-09-10T15:49:46.258" v="24"/>
          <ac:picMkLst>
            <pc:docMk/>
            <pc:sldMk cId="951897201" sldId="265"/>
            <ac:picMk id="10" creationId="{821158D3-6861-5F9C-EC22-629F05CD27A9}"/>
          </ac:picMkLst>
        </pc:picChg>
      </pc:sldChg>
      <pc:sldChg chg="modSp mod">
        <pc:chgData name="Le Xuan Loc 202414220" userId="a74cda33-b6e3-4611-9ab4-31d75d67c815" providerId="ADAL" clId="{B423BD63-2FF7-4E4E-A02F-F85527FD56BF}" dt="2026-09-11T05:49:33.213" v="182" actId="122"/>
        <pc:sldMkLst>
          <pc:docMk/>
          <pc:sldMk cId="1295145034" sldId="266"/>
        </pc:sldMkLst>
        <pc:spChg chg="mod">
          <ac:chgData name="Le Xuan Loc 202414220" userId="a74cda33-b6e3-4611-9ab4-31d75d67c815" providerId="ADAL" clId="{B423BD63-2FF7-4E4E-A02F-F85527FD56BF}" dt="2026-09-11T05:49:33.213" v="182" actId="122"/>
          <ac:spMkLst>
            <pc:docMk/>
            <pc:sldMk cId="1295145034" sldId="266"/>
            <ac:spMk id="317" creationId="{0F5ED996-DA12-F920-56C9-73EA7B9ADFBB}"/>
          </ac:spMkLst>
        </pc:spChg>
      </pc:sldChg>
      <pc:sldChg chg="addSp delSp modSp add mod">
        <pc:chgData name="Le Xuan Loc 202414220" userId="a74cda33-b6e3-4611-9ab4-31d75d67c815" providerId="ADAL" clId="{B423BD63-2FF7-4E4E-A02F-F85527FD56BF}" dt="2026-09-30T02:58:42.140" v="2429" actId="1076"/>
        <pc:sldMkLst>
          <pc:docMk/>
          <pc:sldMk cId="2331972231" sldId="267"/>
        </pc:sldMkLst>
        <pc:spChg chg="add mod">
          <ac:chgData name="Le Xuan Loc 202414220" userId="a74cda33-b6e3-4611-9ab4-31d75d67c815" providerId="ADAL" clId="{B423BD63-2FF7-4E4E-A02F-F85527FD56BF}" dt="2026-09-11T06:17:58.471" v="968" actId="207"/>
          <ac:spMkLst>
            <pc:docMk/>
            <pc:sldMk cId="2331972231" sldId="267"/>
            <ac:spMk id="5" creationId="{A47C03A7-B8CE-32B9-B45B-30B0C5E8CC49}"/>
          </ac:spMkLst>
        </pc:spChg>
        <pc:spChg chg="add mod">
          <ac:chgData name="Le Xuan Loc 202414220" userId="a74cda33-b6e3-4611-9ab4-31d75d67c815" providerId="ADAL" clId="{B423BD63-2FF7-4E4E-A02F-F85527FD56BF}" dt="2026-09-30T02:57:51.576" v="2428" actId="20577"/>
          <ac:spMkLst>
            <pc:docMk/>
            <pc:sldMk cId="2331972231" sldId="267"/>
            <ac:spMk id="9" creationId="{56D84C45-EC72-B16F-8F4E-D8B34F566161}"/>
          </ac:spMkLst>
        </pc:spChg>
        <pc:picChg chg="add mod">
          <ac:chgData name="Le Xuan Loc 202414220" userId="a74cda33-b6e3-4611-9ab4-31d75d67c815" providerId="ADAL" clId="{B423BD63-2FF7-4E4E-A02F-F85527FD56BF}" dt="2026-09-12T15:50:56.551" v="1467" actId="1076"/>
          <ac:picMkLst>
            <pc:docMk/>
            <pc:sldMk cId="2331972231" sldId="267"/>
            <ac:picMk id="13" creationId="{E0152EB3-8ECA-F01E-244E-38A47BCA0169}"/>
          </ac:picMkLst>
        </pc:picChg>
        <pc:picChg chg="add mod">
          <ac:chgData name="Le Xuan Loc 202414220" userId="a74cda33-b6e3-4611-9ab4-31d75d67c815" providerId="ADAL" clId="{B423BD63-2FF7-4E4E-A02F-F85527FD56BF}" dt="2026-09-12T15:51:12.486" v="1471" actId="1076"/>
          <ac:picMkLst>
            <pc:docMk/>
            <pc:sldMk cId="2331972231" sldId="267"/>
            <ac:picMk id="15" creationId="{F9FB025A-9CA7-32C3-53DE-F54BA5AE62D9}"/>
          </ac:picMkLst>
        </pc:picChg>
        <pc:picChg chg="add mod">
          <ac:chgData name="Le Xuan Loc 202414220" userId="a74cda33-b6e3-4611-9ab4-31d75d67c815" providerId="ADAL" clId="{B423BD63-2FF7-4E4E-A02F-F85527FD56BF}" dt="2026-09-11T06:31:16.310" v="1157" actId="1076"/>
          <ac:picMkLst>
            <pc:docMk/>
            <pc:sldMk cId="2331972231" sldId="267"/>
            <ac:picMk id="17" creationId="{5B481DD2-2E83-8A6C-3578-D7FB47822D16}"/>
          </ac:picMkLst>
        </pc:picChg>
        <pc:picChg chg="add mod">
          <ac:chgData name="Le Xuan Loc 202414220" userId="a74cda33-b6e3-4611-9ab4-31d75d67c815" providerId="ADAL" clId="{B423BD63-2FF7-4E4E-A02F-F85527FD56BF}" dt="2026-09-12T15:51:14.576" v="1472" actId="1076"/>
          <ac:picMkLst>
            <pc:docMk/>
            <pc:sldMk cId="2331972231" sldId="267"/>
            <ac:picMk id="18" creationId="{164753FC-53DE-03DD-7BB1-376ACD342E8E}"/>
          </ac:picMkLst>
        </pc:picChg>
        <pc:picChg chg="add mod">
          <ac:chgData name="Le Xuan Loc 202414220" userId="a74cda33-b6e3-4611-9ab4-31d75d67c815" providerId="ADAL" clId="{B423BD63-2FF7-4E4E-A02F-F85527FD56BF}" dt="2026-09-12T15:50:58.718" v="1468" actId="1076"/>
          <ac:picMkLst>
            <pc:docMk/>
            <pc:sldMk cId="2331972231" sldId="267"/>
            <ac:picMk id="19" creationId="{2E5485F1-035F-5C66-B4B3-310721BA3A45}"/>
          </ac:picMkLst>
        </pc:picChg>
        <pc:picChg chg="add mod">
          <ac:chgData name="Le Xuan Loc 202414220" userId="a74cda33-b6e3-4611-9ab4-31d75d67c815" providerId="ADAL" clId="{B423BD63-2FF7-4E4E-A02F-F85527FD56BF}" dt="2026-09-11T06:31:12.830" v="1155" actId="1076"/>
          <ac:picMkLst>
            <pc:docMk/>
            <pc:sldMk cId="2331972231" sldId="267"/>
            <ac:picMk id="20" creationId="{CA7F121F-2848-A3BD-D206-6877033ACF3D}"/>
          </ac:picMkLst>
        </pc:picChg>
        <pc:picChg chg="add mod">
          <ac:chgData name="Le Xuan Loc 202414220" userId="a74cda33-b6e3-4611-9ab4-31d75d67c815" providerId="ADAL" clId="{B423BD63-2FF7-4E4E-A02F-F85527FD56BF}" dt="2026-09-30T02:58:42.140" v="2429" actId="1076"/>
          <ac:picMkLst>
            <pc:docMk/>
            <pc:sldMk cId="2331972231" sldId="267"/>
            <ac:picMk id="22" creationId="{A021DFC3-3E36-4322-EB56-548423DD1357}"/>
          </ac:picMkLst>
        </pc:picChg>
        <pc:picChg chg="add mod">
          <ac:chgData name="Le Xuan Loc 202414220" userId="a74cda33-b6e3-4611-9ab4-31d75d67c815" providerId="ADAL" clId="{B423BD63-2FF7-4E4E-A02F-F85527FD56BF}" dt="2026-09-11T06:32:12.809" v="1164" actId="1076"/>
          <ac:picMkLst>
            <pc:docMk/>
            <pc:sldMk cId="2331972231" sldId="267"/>
            <ac:picMk id="24" creationId="{F8C8F1D0-F987-4D03-DFDF-BC6372291176}"/>
          </ac:picMkLst>
        </pc:picChg>
      </pc:sldChg>
      <pc:sldChg chg="addSp delSp modSp add mod ord modClrScheme chgLayout">
        <pc:chgData name="Le Xuan Loc 202414220" userId="a74cda33-b6e3-4611-9ab4-31d75d67c815" providerId="ADAL" clId="{B423BD63-2FF7-4E4E-A02F-F85527FD56BF}" dt="2026-09-14T01:56:32.420" v="2342" actId="20578"/>
        <pc:sldMkLst>
          <pc:docMk/>
          <pc:sldMk cId="2248836011" sldId="268"/>
        </pc:sldMkLst>
        <pc:spChg chg="add mod">
          <ac:chgData name="Le Xuan Loc 202414220" userId="a74cda33-b6e3-4611-9ab4-31d75d67c815" providerId="ADAL" clId="{B423BD63-2FF7-4E4E-A02F-F85527FD56BF}" dt="2026-09-12T15:50:30.976" v="1463" actId="1076"/>
          <ac:spMkLst>
            <pc:docMk/>
            <pc:sldMk cId="2248836011" sldId="268"/>
            <ac:spMk id="2" creationId="{6019E630-FDA3-1ABE-8F04-A7859C96D02A}"/>
          </ac:spMkLst>
        </pc:spChg>
        <pc:spChg chg="add mod">
          <ac:chgData name="Le Xuan Loc 202414220" userId="a74cda33-b6e3-4611-9ab4-31d75d67c815" providerId="ADAL" clId="{B423BD63-2FF7-4E4E-A02F-F85527FD56BF}" dt="2026-09-12T15:41:19.569" v="1395" actId="1076"/>
          <ac:spMkLst>
            <pc:docMk/>
            <pc:sldMk cId="2248836011" sldId="268"/>
            <ac:spMk id="7" creationId="{19659E3B-59A4-31F9-792D-5766B2D6EC2A}"/>
          </ac:spMkLst>
        </pc:spChg>
        <pc:spChg chg="add mod">
          <ac:chgData name="Le Xuan Loc 202414220" userId="a74cda33-b6e3-4611-9ab4-31d75d67c815" providerId="ADAL" clId="{B423BD63-2FF7-4E4E-A02F-F85527FD56BF}" dt="2026-09-12T07:11:14.367" v="1364" actId="1076"/>
          <ac:spMkLst>
            <pc:docMk/>
            <pc:sldMk cId="2248836011" sldId="268"/>
            <ac:spMk id="9" creationId="{279BF776-5C78-4DE8-B24F-EDAC7AC71C67}"/>
          </ac:spMkLst>
        </pc:spChg>
        <pc:spChg chg="add mod">
          <ac:chgData name="Le Xuan Loc 202414220" userId="a74cda33-b6e3-4611-9ab4-31d75d67c815" providerId="ADAL" clId="{B423BD63-2FF7-4E4E-A02F-F85527FD56BF}" dt="2026-09-12T07:11:31.247" v="1369" actId="1076"/>
          <ac:spMkLst>
            <pc:docMk/>
            <pc:sldMk cId="2248836011" sldId="268"/>
            <ac:spMk id="10" creationId="{9B70F490-E0A3-D7BA-00F9-38E4241470C1}"/>
          </ac:spMkLst>
        </pc:spChg>
        <pc:spChg chg="add mod">
          <ac:chgData name="Le Xuan Loc 202414220" userId="a74cda33-b6e3-4611-9ab4-31d75d67c815" providerId="ADAL" clId="{B423BD63-2FF7-4E4E-A02F-F85527FD56BF}" dt="2026-09-12T07:11:24.567" v="1367" actId="1076"/>
          <ac:spMkLst>
            <pc:docMk/>
            <pc:sldMk cId="2248836011" sldId="268"/>
            <ac:spMk id="11" creationId="{33842369-2D00-C4EE-67DA-414FC86347A5}"/>
          </ac:spMkLst>
        </pc:spChg>
        <pc:spChg chg="add mod">
          <ac:chgData name="Le Xuan Loc 202414220" userId="a74cda33-b6e3-4611-9ab4-31d75d67c815" providerId="ADAL" clId="{B423BD63-2FF7-4E4E-A02F-F85527FD56BF}" dt="2026-09-12T07:11:22.447" v="1366" actId="1076"/>
          <ac:spMkLst>
            <pc:docMk/>
            <pc:sldMk cId="2248836011" sldId="268"/>
            <ac:spMk id="13" creationId="{308BC05C-662A-F004-9972-5C39C68A31D0}"/>
          </ac:spMkLst>
        </pc:spChg>
        <pc:spChg chg="add mod">
          <ac:chgData name="Le Xuan Loc 202414220" userId="a74cda33-b6e3-4611-9ab4-31d75d67c815" providerId="ADAL" clId="{B423BD63-2FF7-4E4E-A02F-F85527FD56BF}" dt="2026-09-12T15:41:17.145" v="1394" actId="1076"/>
          <ac:spMkLst>
            <pc:docMk/>
            <pc:sldMk cId="2248836011" sldId="268"/>
            <ac:spMk id="15" creationId="{A592D524-F324-2FBB-9420-E28175A57D34}"/>
          </ac:spMkLst>
        </pc:spChg>
        <pc:picChg chg="add mod">
          <ac:chgData name="Le Xuan Loc 202414220" userId="a74cda33-b6e3-4611-9ab4-31d75d67c815" providerId="ADAL" clId="{B423BD63-2FF7-4E4E-A02F-F85527FD56BF}" dt="2026-09-12T15:39:54.934" v="1383" actId="1076"/>
          <ac:picMkLst>
            <pc:docMk/>
            <pc:sldMk cId="2248836011" sldId="268"/>
            <ac:picMk id="4" creationId="{85D30928-B54E-C99B-76E1-9B17F733EADC}"/>
          </ac:picMkLst>
        </pc:picChg>
        <pc:picChg chg="add mod">
          <ac:chgData name="Le Xuan Loc 202414220" userId="a74cda33-b6e3-4611-9ab4-31d75d67c815" providerId="ADAL" clId="{B423BD63-2FF7-4E4E-A02F-F85527FD56BF}" dt="2026-09-12T15:40:21.832" v="1387" actId="1076"/>
          <ac:picMkLst>
            <pc:docMk/>
            <pc:sldMk cId="2248836011" sldId="268"/>
            <ac:picMk id="8" creationId="{6A60A4F1-E2BE-D996-09B9-411169639B51}"/>
          </ac:picMkLst>
        </pc:picChg>
        <pc:picChg chg="add mod">
          <ac:chgData name="Le Xuan Loc 202414220" userId="a74cda33-b6e3-4611-9ab4-31d75d67c815" providerId="ADAL" clId="{B423BD63-2FF7-4E4E-A02F-F85527FD56BF}" dt="2026-09-12T07:11:12.407" v="1363" actId="1076"/>
          <ac:picMkLst>
            <pc:docMk/>
            <pc:sldMk cId="2248836011" sldId="268"/>
            <ac:picMk id="14" creationId="{ABA6B529-1941-6E41-83CE-BE5454C376F8}"/>
          </ac:picMkLst>
        </pc:picChg>
        <pc:picChg chg="add mod">
          <ac:chgData name="Le Xuan Loc 202414220" userId="a74cda33-b6e3-4611-9ab4-31d75d67c815" providerId="ADAL" clId="{B423BD63-2FF7-4E4E-A02F-F85527FD56BF}" dt="2026-09-12T15:41:23.790" v="1396" actId="1076"/>
          <ac:picMkLst>
            <pc:docMk/>
            <pc:sldMk cId="2248836011" sldId="268"/>
            <ac:picMk id="16" creationId="{D72AC53E-61BA-D8E9-BED8-25965D1DE7A0}"/>
          </ac:picMkLst>
        </pc:picChg>
        <pc:picChg chg="add mod">
          <ac:chgData name="Le Xuan Loc 202414220" userId="a74cda33-b6e3-4611-9ab4-31d75d67c815" providerId="ADAL" clId="{B423BD63-2FF7-4E4E-A02F-F85527FD56BF}" dt="2026-09-12T15:41:06.831" v="1393" actId="1076"/>
          <ac:picMkLst>
            <pc:docMk/>
            <pc:sldMk cId="2248836011" sldId="268"/>
            <ac:picMk id="19" creationId="{CE34AE4D-49F4-3C1D-BA11-ECE3E29F6ED9}"/>
          </ac:picMkLst>
        </pc:picChg>
        <pc:picChg chg="add mod">
          <ac:chgData name="Le Xuan Loc 202414220" userId="a74cda33-b6e3-4611-9ab4-31d75d67c815" providerId="ADAL" clId="{B423BD63-2FF7-4E4E-A02F-F85527FD56BF}" dt="2026-09-12T07:12:34.944" v="1378" actId="1076"/>
          <ac:picMkLst>
            <pc:docMk/>
            <pc:sldMk cId="2248836011" sldId="268"/>
            <ac:picMk id="21" creationId="{A492231B-2518-1C52-7BFD-6BB5F09E15A3}"/>
          </ac:picMkLst>
        </pc:picChg>
        <pc:cxnChg chg="add mod">
          <ac:chgData name="Le Xuan Loc 202414220" userId="a74cda33-b6e3-4611-9ab4-31d75d67c815" providerId="ADAL" clId="{B423BD63-2FF7-4E4E-A02F-F85527FD56BF}" dt="2026-09-12T07:11:08.623" v="1362" actId="14100"/>
          <ac:cxnSpMkLst>
            <pc:docMk/>
            <pc:sldMk cId="2248836011" sldId="268"/>
            <ac:cxnSpMk id="5" creationId="{E2312A43-C51E-7E32-B501-DB852EC37607}"/>
          </ac:cxnSpMkLst>
        </pc:cxnChg>
      </pc:sldChg>
      <pc:sldChg chg="delSp modSp add mod ord modTransition">
        <pc:chgData name="Le Xuan Loc 202414220" userId="a74cda33-b6e3-4611-9ab4-31d75d67c815" providerId="ADAL" clId="{B423BD63-2FF7-4E4E-A02F-F85527FD56BF}" dt="2026-09-13T16:43:22.598" v="2139"/>
        <pc:sldMkLst>
          <pc:docMk/>
          <pc:sldMk cId="540272233" sldId="270"/>
        </pc:sldMkLst>
        <pc:spChg chg="mod">
          <ac:chgData name="Le Xuan Loc 202414220" userId="a74cda33-b6e3-4611-9ab4-31d75d67c815" providerId="ADAL" clId="{B423BD63-2FF7-4E4E-A02F-F85527FD56BF}" dt="2026-09-11T05:50:25.759" v="242" actId="1076"/>
          <ac:spMkLst>
            <pc:docMk/>
            <pc:sldMk cId="540272233" sldId="270"/>
            <ac:spMk id="3" creationId="{47D0ABFE-8C96-0BCA-FEB0-6038E8E4087D}"/>
          </ac:spMkLst>
        </pc:spChg>
      </pc:sldChg>
      <pc:sldChg chg="addSp delSp modSp add mod modTransition modClrScheme chgLayout">
        <pc:chgData name="Le Xuan Loc 202414220" userId="a74cda33-b6e3-4611-9ab4-31d75d67c815" providerId="ADAL" clId="{B423BD63-2FF7-4E4E-A02F-F85527FD56BF}" dt="2026-09-13T16:43:31.332" v="2140"/>
        <pc:sldMkLst>
          <pc:docMk/>
          <pc:sldMk cId="2370063621" sldId="274"/>
        </pc:sldMkLst>
        <pc:spChg chg="add mod">
          <ac:chgData name="Le Xuan Loc 202414220" userId="a74cda33-b6e3-4611-9ab4-31d75d67c815" providerId="ADAL" clId="{B423BD63-2FF7-4E4E-A02F-F85527FD56BF}" dt="2026-09-13T16:25:17.256" v="1802" actId="1076"/>
          <ac:spMkLst>
            <pc:docMk/>
            <pc:sldMk cId="2370063621" sldId="274"/>
            <ac:spMk id="3" creationId="{105F8AA9-8686-14C1-3D24-772AE0DB4397}"/>
          </ac:spMkLst>
        </pc:spChg>
        <pc:graphicFrameChg chg="add mod modGraphic">
          <ac:chgData name="Le Xuan Loc 202414220" userId="a74cda33-b6e3-4611-9ab4-31d75d67c815" providerId="ADAL" clId="{B423BD63-2FF7-4E4E-A02F-F85527FD56BF}" dt="2026-09-13T16:27:12.668" v="1825" actId="20577"/>
          <ac:graphicFrameMkLst>
            <pc:docMk/>
            <pc:sldMk cId="2370063621" sldId="274"/>
            <ac:graphicFrameMk id="8" creationId="{64A17AC4-A204-7B4F-CD17-B1B997D83CE4}"/>
          </ac:graphicFrameMkLst>
        </pc:graphicFrameChg>
      </pc:sldChg>
      <pc:sldChg chg="addSp delSp modSp add mod ord modTransition modClrScheme chgLayout">
        <pc:chgData name="Le Xuan Loc 202414220" userId="a74cda33-b6e3-4611-9ab4-31d75d67c815" providerId="ADAL" clId="{B423BD63-2FF7-4E4E-A02F-F85527FD56BF}" dt="2026-09-14T01:59:58.433" v="2414" actId="1076"/>
        <pc:sldMkLst>
          <pc:docMk/>
          <pc:sldMk cId="2692495928" sldId="275"/>
        </pc:sldMkLst>
        <pc:spChg chg="add mod">
          <ac:chgData name="Le Xuan Loc 202414220" userId="a74cda33-b6e3-4611-9ab4-31d75d67c815" providerId="ADAL" clId="{B423BD63-2FF7-4E4E-A02F-F85527FD56BF}" dt="2026-09-13T16:40:55.101" v="2129" actId="1076"/>
          <ac:spMkLst>
            <pc:docMk/>
            <pc:sldMk cId="2692495928" sldId="275"/>
            <ac:spMk id="2" creationId="{47070BA4-6C21-DF95-D5F6-0DFC0D7508C5}"/>
          </ac:spMkLst>
        </pc:spChg>
        <pc:graphicFrameChg chg="add mod modGraphic">
          <ac:chgData name="Le Xuan Loc 202414220" userId="a74cda33-b6e3-4611-9ab4-31d75d67c815" providerId="ADAL" clId="{B423BD63-2FF7-4E4E-A02F-F85527FD56BF}" dt="2026-09-13T16:40:57.382" v="2130" actId="1076"/>
          <ac:graphicFrameMkLst>
            <pc:docMk/>
            <pc:sldMk cId="2692495928" sldId="275"/>
            <ac:graphicFrameMk id="8" creationId="{3D1B1421-C64E-9BED-7F46-0ABF82ACCFC4}"/>
          </ac:graphicFrameMkLst>
        </pc:graphicFrameChg>
        <pc:picChg chg="mod">
          <ac:chgData name="Le Xuan Loc 202414220" userId="a74cda33-b6e3-4611-9ab4-31d75d67c815" providerId="ADAL" clId="{B423BD63-2FF7-4E4E-A02F-F85527FD56BF}" dt="2026-09-14T01:59:58.433" v="2414" actId="1076"/>
          <ac:picMkLst>
            <pc:docMk/>
            <pc:sldMk cId="2692495928" sldId="275"/>
            <ac:picMk id="7" creationId="{71738046-E087-F56A-D4E7-D7FCC0D61F43}"/>
          </ac:picMkLst>
        </pc:picChg>
      </pc:sldChg>
      <pc:sldChg chg="addSp delSp modSp add mod modClrScheme chgLayout">
        <pc:chgData name="Le Xuan Loc 202414220" userId="a74cda33-b6e3-4611-9ab4-31d75d67c815" providerId="ADAL" clId="{B423BD63-2FF7-4E4E-A02F-F85527FD56BF}" dt="2026-09-13T16:41:25.749" v="2132" actId="1076"/>
        <pc:sldMkLst>
          <pc:docMk/>
          <pc:sldMk cId="1998383538" sldId="276"/>
        </pc:sldMkLst>
        <pc:spChg chg="add mod ord">
          <ac:chgData name="Le Xuan Loc 202414220" userId="a74cda33-b6e3-4611-9ab4-31d75d67c815" providerId="ADAL" clId="{B423BD63-2FF7-4E4E-A02F-F85527FD56BF}" dt="2026-09-12T15:50:18.936" v="1460" actId="1076"/>
          <ac:spMkLst>
            <pc:docMk/>
            <pc:sldMk cId="1998383538" sldId="276"/>
            <ac:spMk id="2" creationId="{47DFE3A0-C25D-CFE5-0BB1-20C458536BF6}"/>
          </ac:spMkLst>
        </pc:spChg>
        <pc:spChg chg="add mod">
          <ac:chgData name="Le Xuan Loc 202414220" userId="a74cda33-b6e3-4611-9ab4-31d75d67c815" providerId="ADAL" clId="{B423BD63-2FF7-4E4E-A02F-F85527FD56BF}" dt="2026-09-12T16:10:19.843" v="1577" actId="1076"/>
          <ac:spMkLst>
            <pc:docMk/>
            <pc:sldMk cId="1998383538" sldId="276"/>
            <ac:spMk id="6" creationId="{DD904714-766E-42EC-969B-9088A9B52173}"/>
          </ac:spMkLst>
        </pc:spChg>
        <pc:spChg chg="add mod">
          <ac:chgData name="Le Xuan Loc 202414220" userId="a74cda33-b6e3-4611-9ab4-31d75d67c815" providerId="ADAL" clId="{B423BD63-2FF7-4E4E-A02F-F85527FD56BF}" dt="2026-09-12T16:10:19.843" v="1577" actId="1076"/>
          <ac:spMkLst>
            <pc:docMk/>
            <pc:sldMk cId="1998383538" sldId="276"/>
            <ac:spMk id="8" creationId="{69B56D34-C0FB-6D61-00D0-EB2BEFCC08F9}"/>
          </ac:spMkLst>
        </pc:spChg>
        <pc:spChg chg="add mod">
          <ac:chgData name="Le Xuan Loc 202414220" userId="a74cda33-b6e3-4611-9ab4-31d75d67c815" providerId="ADAL" clId="{B423BD63-2FF7-4E4E-A02F-F85527FD56BF}" dt="2026-09-12T16:10:19.843" v="1577" actId="1076"/>
          <ac:spMkLst>
            <pc:docMk/>
            <pc:sldMk cId="1998383538" sldId="276"/>
            <ac:spMk id="10" creationId="{1BF150AB-CEC3-D13B-17F5-8FDBF648A186}"/>
          </ac:spMkLst>
        </pc:spChg>
        <pc:spChg chg="add mod">
          <ac:chgData name="Le Xuan Loc 202414220" userId="a74cda33-b6e3-4611-9ab4-31d75d67c815" providerId="ADAL" clId="{B423BD63-2FF7-4E4E-A02F-F85527FD56BF}" dt="2026-09-12T16:10:19.843" v="1577" actId="1076"/>
          <ac:spMkLst>
            <pc:docMk/>
            <pc:sldMk cId="1998383538" sldId="276"/>
            <ac:spMk id="12" creationId="{3E7732C6-CF28-8CF3-4D4B-7DBEAEAB7F04}"/>
          </ac:spMkLst>
        </pc:spChg>
        <pc:spChg chg="add mod">
          <ac:chgData name="Le Xuan Loc 202414220" userId="a74cda33-b6e3-4611-9ab4-31d75d67c815" providerId="ADAL" clId="{B423BD63-2FF7-4E4E-A02F-F85527FD56BF}" dt="2026-09-12T16:15:03.824" v="1702" actId="1076"/>
          <ac:spMkLst>
            <pc:docMk/>
            <pc:sldMk cId="1998383538" sldId="276"/>
            <ac:spMk id="14" creationId="{55D1343B-A61E-3827-3236-02DEAC3361DE}"/>
          </ac:spMkLst>
        </pc:spChg>
        <pc:spChg chg="add mod">
          <ac:chgData name="Le Xuan Loc 202414220" userId="a74cda33-b6e3-4611-9ab4-31d75d67c815" providerId="ADAL" clId="{B423BD63-2FF7-4E4E-A02F-F85527FD56BF}" dt="2026-09-12T16:14:34.803" v="1694" actId="12"/>
          <ac:spMkLst>
            <pc:docMk/>
            <pc:sldMk cId="1998383538" sldId="276"/>
            <ac:spMk id="40" creationId="{7A37D4D5-0BE5-C992-2CCD-F10C8EA8C32C}"/>
          </ac:spMkLst>
        </pc:spChg>
        <pc:spChg chg="add mod">
          <ac:chgData name="Le Xuan Loc 202414220" userId="a74cda33-b6e3-4611-9ab4-31d75d67c815" providerId="ADAL" clId="{B423BD63-2FF7-4E4E-A02F-F85527FD56BF}" dt="2026-09-12T16:14:43.352" v="1696" actId="1076"/>
          <ac:spMkLst>
            <pc:docMk/>
            <pc:sldMk cId="1998383538" sldId="276"/>
            <ac:spMk id="42" creationId="{BA21C993-BA59-35EF-2B98-40B45B3F9507}"/>
          </ac:spMkLst>
        </pc:spChg>
        <pc:spChg chg="add del mod">
          <ac:chgData name="Le Xuan Loc 202414220" userId="a74cda33-b6e3-4611-9ab4-31d75d67c815" providerId="ADAL" clId="{B423BD63-2FF7-4E4E-A02F-F85527FD56BF}" dt="2026-09-12T16:15:59.542" v="1731" actId="1076"/>
          <ac:spMkLst>
            <pc:docMk/>
            <pc:sldMk cId="1998383538" sldId="276"/>
            <ac:spMk id="44" creationId="{367D182E-DAC8-8A60-DA91-A2E49BF84162}"/>
          </ac:spMkLst>
        </pc:spChg>
        <pc:picChg chg="add mod">
          <ac:chgData name="Le Xuan Loc 202414220" userId="a74cda33-b6e3-4611-9ab4-31d75d67c815" providerId="ADAL" clId="{B423BD63-2FF7-4E4E-A02F-F85527FD56BF}" dt="2026-09-12T16:10:19.843" v="1577" actId="1076"/>
          <ac:picMkLst>
            <pc:docMk/>
            <pc:sldMk cId="1998383538" sldId="276"/>
            <ac:picMk id="30" creationId="{9563DB99-04E6-DB48-8E5D-BF07D89C100A}"/>
          </ac:picMkLst>
        </pc:picChg>
        <pc:picChg chg="add mod">
          <ac:chgData name="Le Xuan Loc 202414220" userId="a74cda33-b6e3-4611-9ab4-31d75d67c815" providerId="ADAL" clId="{B423BD63-2FF7-4E4E-A02F-F85527FD56BF}" dt="2026-09-12T16:10:19.843" v="1577" actId="1076"/>
          <ac:picMkLst>
            <pc:docMk/>
            <pc:sldMk cId="1998383538" sldId="276"/>
            <ac:picMk id="32" creationId="{528B040A-1E76-474C-139D-737BA8DF1456}"/>
          </ac:picMkLst>
        </pc:picChg>
        <pc:picChg chg="add mod">
          <ac:chgData name="Le Xuan Loc 202414220" userId="a74cda33-b6e3-4611-9ab4-31d75d67c815" providerId="ADAL" clId="{B423BD63-2FF7-4E4E-A02F-F85527FD56BF}" dt="2026-09-13T16:41:25.749" v="2132" actId="1076"/>
          <ac:picMkLst>
            <pc:docMk/>
            <pc:sldMk cId="1998383538" sldId="276"/>
            <ac:picMk id="34" creationId="{A9A831AD-0944-A060-13CD-52E1DDD7D5FF}"/>
          </ac:picMkLst>
        </pc:picChg>
        <pc:picChg chg="add mod">
          <ac:chgData name="Le Xuan Loc 202414220" userId="a74cda33-b6e3-4611-9ab4-31d75d67c815" providerId="ADAL" clId="{B423BD63-2FF7-4E4E-A02F-F85527FD56BF}" dt="2026-09-12T16:10:19.843" v="1577" actId="1076"/>
          <ac:picMkLst>
            <pc:docMk/>
            <pc:sldMk cId="1998383538" sldId="276"/>
            <ac:picMk id="36" creationId="{0C7A910A-5DB0-0FCF-7EE9-AE9830ACF5E2}"/>
          </ac:picMkLst>
        </pc:picChg>
        <pc:cxnChg chg="add mod">
          <ac:chgData name="Le Xuan Loc 202414220" userId="a74cda33-b6e3-4611-9ab4-31d75d67c815" providerId="ADAL" clId="{B423BD63-2FF7-4E4E-A02F-F85527FD56BF}" dt="2026-09-12T16:10:19.843" v="1577" actId="1076"/>
          <ac:cxnSpMkLst>
            <pc:docMk/>
            <pc:sldMk cId="1998383538" sldId="276"/>
            <ac:cxnSpMk id="16" creationId="{F5DE9104-7E63-F702-500C-A2F456DD3EAB}"/>
          </ac:cxnSpMkLst>
        </pc:cxnChg>
        <pc:cxnChg chg="add mod">
          <ac:chgData name="Le Xuan Loc 202414220" userId="a74cda33-b6e3-4611-9ab4-31d75d67c815" providerId="ADAL" clId="{B423BD63-2FF7-4E4E-A02F-F85527FD56BF}" dt="2026-09-12T16:04:35.410" v="1537" actId="1076"/>
          <ac:cxnSpMkLst>
            <pc:docMk/>
            <pc:sldMk cId="1998383538" sldId="276"/>
            <ac:cxnSpMk id="18" creationId="{C8E6FD28-E6E1-3A80-6B94-88CFEAA6EA22}"/>
          </ac:cxnSpMkLst>
        </pc:cxnChg>
        <pc:cxnChg chg="add mod">
          <ac:chgData name="Le Xuan Loc 202414220" userId="a74cda33-b6e3-4611-9ab4-31d75d67c815" providerId="ADAL" clId="{B423BD63-2FF7-4E4E-A02F-F85527FD56BF}" dt="2026-09-12T16:10:19.843" v="1577" actId="1076"/>
          <ac:cxnSpMkLst>
            <pc:docMk/>
            <pc:sldMk cId="1998383538" sldId="276"/>
            <ac:cxnSpMk id="22" creationId="{45EA0829-4C44-924D-34AD-5239F1BA8703}"/>
          </ac:cxnSpMkLst>
        </pc:cxnChg>
      </pc:sldChg>
      <pc:sldChg chg="addSp delSp modSp add mod">
        <pc:chgData name="Le Xuan Loc 202414220" userId="a74cda33-b6e3-4611-9ab4-31d75d67c815" providerId="ADAL" clId="{B423BD63-2FF7-4E4E-A02F-F85527FD56BF}" dt="2026-09-14T01:53:21.096" v="2185" actId="1076"/>
        <pc:sldMkLst>
          <pc:docMk/>
          <pc:sldMk cId="2352174973" sldId="277"/>
        </pc:sldMkLst>
        <pc:spChg chg="add mod">
          <ac:chgData name="Le Xuan Loc 202414220" userId="a74cda33-b6e3-4611-9ab4-31d75d67c815" providerId="ADAL" clId="{B423BD63-2FF7-4E4E-A02F-F85527FD56BF}" dt="2026-09-14T01:53:09.986" v="2180" actId="20577"/>
          <ac:spMkLst>
            <pc:docMk/>
            <pc:sldMk cId="2352174973" sldId="277"/>
            <ac:spMk id="4" creationId="{22DD80EF-B4EC-D2CE-719B-1DBD4E5385EC}"/>
          </ac:spMkLst>
        </pc:spChg>
        <pc:picChg chg="add mod">
          <ac:chgData name="Le Xuan Loc 202414220" userId="a74cda33-b6e3-4611-9ab4-31d75d67c815" providerId="ADAL" clId="{B423BD63-2FF7-4E4E-A02F-F85527FD56BF}" dt="2026-09-14T01:53:21.096" v="2185" actId="1076"/>
          <ac:picMkLst>
            <pc:docMk/>
            <pc:sldMk cId="2352174973" sldId="277"/>
            <ac:picMk id="5" creationId="{4FEFE016-D736-CF44-896B-A21102DB36AC}"/>
          </ac:picMkLst>
        </pc:picChg>
      </pc:sldChg>
      <pc:sldChg chg="addSp delSp modSp add mod">
        <pc:chgData name="Le Xuan Loc 202414220" userId="a74cda33-b6e3-4611-9ab4-31d75d67c815" providerId="ADAL" clId="{B423BD63-2FF7-4E4E-A02F-F85527FD56BF}" dt="2026-09-14T01:54:35.076" v="2261" actId="20577"/>
        <pc:sldMkLst>
          <pc:docMk/>
          <pc:sldMk cId="631855563" sldId="278"/>
        </pc:sldMkLst>
        <pc:spChg chg="mod">
          <ac:chgData name="Le Xuan Loc 202414220" userId="a74cda33-b6e3-4611-9ab4-31d75d67c815" providerId="ADAL" clId="{B423BD63-2FF7-4E4E-A02F-F85527FD56BF}" dt="2026-09-14T01:54:35.076" v="2261" actId="20577"/>
          <ac:spMkLst>
            <pc:docMk/>
            <pc:sldMk cId="631855563" sldId="278"/>
            <ac:spMk id="4" creationId="{ECCCED27-957E-A472-FC76-27630D8ADF4E}"/>
          </ac:spMkLst>
        </pc:spChg>
        <pc:picChg chg="add mod">
          <ac:chgData name="Le Xuan Loc 202414220" userId="a74cda33-b6e3-4611-9ab4-31d75d67c815" providerId="ADAL" clId="{B423BD63-2FF7-4E4E-A02F-F85527FD56BF}" dt="2026-09-14T01:53:38.753" v="2190" actId="1076"/>
          <ac:picMkLst>
            <pc:docMk/>
            <pc:sldMk cId="631855563" sldId="278"/>
            <ac:picMk id="2" creationId="{EFE5A5AE-83E5-4F2E-4272-92DD55CDF242}"/>
          </ac:picMkLst>
        </pc:picChg>
      </pc:sldChg>
      <pc:sldChg chg="addSp delSp modSp add mod">
        <pc:chgData name="Le Xuan Loc 202414220" userId="a74cda33-b6e3-4611-9ab4-31d75d67c815" providerId="ADAL" clId="{B423BD63-2FF7-4E4E-A02F-F85527FD56BF}" dt="2026-09-14T01:54:58.377" v="2326" actId="404"/>
        <pc:sldMkLst>
          <pc:docMk/>
          <pc:sldMk cId="3277589499" sldId="279"/>
        </pc:sldMkLst>
        <pc:spChg chg="mod">
          <ac:chgData name="Le Xuan Loc 202414220" userId="a74cda33-b6e3-4611-9ab4-31d75d67c815" providerId="ADAL" clId="{B423BD63-2FF7-4E4E-A02F-F85527FD56BF}" dt="2026-09-14T01:54:58.377" v="2326" actId="404"/>
          <ac:spMkLst>
            <pc:docMk/>
            <pc:sldMk cId="3277589499" sldId="279"/>
            <ac:spMk id="4" creationId="{6A2393E6-D10D-AF61-C331-BE8337D90770}"/>
          </ac:spMkLst>
        </pc:spChg>
        <pc:picChg chg="add mod">
          <ac:chgData name="Le Xuan Loc 202414220" userId="a74cda33-b6e3-4611-9ab4-31d75d67c815" providerId="ADAL" clId="{B423BD63-2FF7-4E4E-A02F-F85527FD56BF}" dt="2026-09-14T01:54:15.511" v="2222" actId="1076"/>
          <ac:picMkLst>
            <pc:docMk/>
            <pc:sldMk cId="3277589499" sldId="279"/>
            <ac:picMk id="3" creationId="{6B0E1770-905E-E364-E5BA-2EB46555E212}"/>
          </ac:picMkLst>
        </pc:picChg>
      </pc:sldChg>
      <pc:sldChg chg="addSp delSp modSp add mod">
        <pc:chgData name="Le Xuan Loc 202414220" userId="a74cda33-b6e3-4611-9ab4-31d75d67c815" providerId="ADAL" clId="{B423BD63-2FF7-4E4E-A02F-F85527FD56BF}" dt="2026-09-14T01:55:35.358" v="2335" actId="1076"/>
        <pc:sldMkLst>
          <pc:docMk/>
          <pc:sldMk cId="2776590801" sldId="280"/>
        </pc:sldMkLst>
        <pc:spChg chg="mod">
          <ac:chgData name="Le Xuan Loc 202414220" userId="a74cda33-b6e3-4611-9ab4-31d75d67c815" providerId="ADAL" clId="{B423BD63-2FF7-4E4E-A02F-F85527FD56BF}" dt="2026-09-14T01:55:25.560" v="2332" actId="404"/>
          <ac:spMkLst>
            <pc:docMk/>
            <pc:sldMk cId="2776590801" sldId="280"/>
            <ac:spMk id="4" creationId="{DAA3CA09-A707-5A20-3C1E-25FF3164A765}"/>
          </ac:spMkLst>
        </pc:spChg>
        <pc:picChg chg="add mod">
          <ac:chgData name="Le Xuan Loc 202414220" userId="a74cda33-b6e3-4611-9ab4-31d75d67c815" providerId="ADAL" clId="{B423BD63-2FF7-4E4E-A02F-F85527FD56BF}" dt="2026-09-14T01:55:35.358" v="2335" actId="1076"/>
          <ac:picMkLst>
            <pc:docMk/>
            <pc:sldMk cId="2776590801" sldId="280"/>
            <ac:picMk id="2" creationId="{FA045B5C-95CA-4B52-C4F1-0527CF5FE9FE}"/>
          </ac:picMkLst>
        </pc:picChg>
      </pc:sldChg>
      <pc:sldChg chg="modSp add mod ord">
        <pc:chgData name="Le Xuan Loc 202414220" userId="a74cda33-b6e3-4611-9ab4-31d75d67c815" providerId="ADAL" clId="{B423BD63-2FF7-4E4E-A02F-F85527FD56BF}" dt="2026-09-14T01:59:34.980" v="2382" actId="20577"/>
        <pc:sldMkLst>
          <pc:docMk/>
          <pc:sldMk cId="3146748588" sldId="281"/>
        </pc:sldMkLst>
        <pc:spChg chg="mod">
          <ac:chgData name="Le Xuan Loc 202414220" userId="a74cda33-b6e3-4611-9ab4-31d75d67c815" providerId="ADAL" clId="{B423BD63-2FF7-4E4E-A02F-F85527FD56BF}" dt="2026-09-14T01:59:34.980" v="2382" actId="20577"/>
          <ac:spMkLst>
            <pc:docMk/>
            <pc:sldMk cId="3146748588" sldId="281"/>
            <ac:spMk id="317" creationId="{0779D806-1ECE-AF55-3B2D-9D8298E69082}"/>
          </ac:spMkLst>
        </pc:spChg>
      </pc:sldChg>
    </pc:docChg>
  </pc:docChgLst>
  <pc:docChgLst>
    <pc:chgData name="Guest User" userId="S::urn:spo:tenantanon#06f1b89f-07e8-464f-b408-ec1b45703f31::" providerId="AD" clId="Web-{F60B3C64-052A-E9FE-D781-2B5AA7005A3B}"/>
    <pc:docChg chg="modSld">
      <pc:chgData name="Guest User" userId="S::urn:spo:tenantanon#06f1b89f-07e8-464f-b408-ec1b45703f31::" providerId="AD" clId="Web-{F60B3C64-052A-E9FE-D781-2B5AA7005A3B}" dt="2026-09-13T02:10:38.312" v="242" actId="20577"/>
      <pc:docMkLst>
        <pc:docMk/>
      </pc:docMkLst>
      <pc:sldChg chg="modSp">
        <pc:chgData name="Guest User" userId="S::urn:spo:tenantanon#06f1b89f-07e8-464f-b408-ec1b45703f31::" providerId="AD" clId="Web-{F60B3C64-052A-E9FE-D781-2B5AA7005A3B}" dt="2026-09-13T02:00:09.550" v="31" actId="20577"/>
        <pc:sldMkLst>
          <pc:docMk/>
          <pc:sldMk cId="0" sldId="257"/>
        </pc:sldMkLst>
        <pc:spChg chg="mod">
          <ac:chgData name="Guest User" userId="S::urn:spo:tenantanon#06f1b89f-07e8-464f-b408-ec1b45703f31::" providerId="AD" clId="Web-{F60B3C64-052A-E9FE-D781-2B5AA7005A3B}" dt="2026-09-13T02:00:09.550" v="31" actId="20577"/>
          <ac:spMkLst>
            <pc:docMk/>
            <pc:sldMk cId="0" sldId="257"/>
            <ac:spMk id="10" creationId="{A5A697AC-E1A4-87CC-C403-61EF48364743}"/>
          </ac:spMkLst>
        </pc:spChg>
      </pc:sldChg>
      <pc:sldChg chg="modSp">
        <pc:chgData name="Guest User" userId="S::urn:spo:tenantanon#06f1b89f-07e8-464f-b408-ec1b45703f31::" providerId="AD" clId="Web-{F60B3C64-052A-E9FE-D781-2B5AA7005A3B}" dt="2026-09-13T02:02:09.531" v="173"/>
        <pc:sldMkLst>
          <pc:docMk/>
          <pc:sldMk cId="2370063621" sldId="274"/>
        </pc:sldMkLst>
        <pc:graphicFrameChg chg="mod modGraphic">
          <ac:chgData name="Guest User" userId="S::urn:spo:tenantanon#06f1b89f-07e8-464f-b408-ec1b45703f31::" providerId="AD" clId="Web-{F60B3C64-052A-E9FE-D781-2B5AA7005A3B}" dt="2026-09-13T02:02:09.531" v="173"/>
          <ac:graphicFrameMkLst>
            <pc:docMk/>
            <pc:sldMk cId="2370063621" sldId="274"/>
            <ac:graphicFrameMk id="8" creationId="{64A17AC4-A204-7B4F-CD17-B1B997D83CE4}"/>
          </ac:graphicFrameMkLst>
        </pc:graphicFrameChg>
      </pc:sldChg>
      <pc:sldChg chg="addSp delSp modSp mod setBg">
        <pc:chgData name="Guest User" userId="S::urn:spo:tenantanon#06f1b89f-07e8-464f-b408-ec1b45703f31::" providerId="AD" clId="Web-{F60B3C64-052A-E9FE-D781-2B5AA7005A3B}" dt="2026-09-13T02:10:38.312" v="242" actId="20577"/>
        <pc:sldMkLst>
          <pc:docMk/>
          <pc:sldMk cId="2692495928" sldId="275"/>
        </pc:sldMkLst>
        <pc:spChg chg="mod">
          <ac:chgData name="Guest User" userId="S::urn:spo:tenantanon#06f1b89f-07e8-464f-b408-ec1b45703f31::" providerId="AD" clId="Web-{F60B3C64-052A-E9FE-D781-2B5AA7005A3B}" dt="2026-09-13T02:09:02.681" v="221"/>
          <ac:spMkLst>
            <pc:docMk/>
            <pc:sldMk cId="2692495928" sldId="275"/>
            <ac:spMk id="2" creationId="{47070BA4-6C21-DF95-D5F6-0DFC0D7508C5}"/>
          </ac:spMkLst>
        </pc:spChg>
        <pc:picChg chg="add mod">
          <ac:chgData name="Guest User" userId="S::urn:spo:tenantanon#06f1b89f-07e8-464f-b408-ec1b45703f31::" providerId="AD" clId="Web-{F60B3C64-052A-E9FE-D781-2B5AA7005A3B}" dt="2026-09-13T02:09:40.605" v="228" actId="14100"/>
          <ac:picMkLst>
            <pc:docMk/>
            <pc:sldMk cId="2692495928" sldId="275"/>
            <ac:picMk id="7" creationId="{71738046-E087-F56A-D4E7-D7FCC0D61F43}"/>
          </ac:picMkLst>
        </pc:picChg>
      </pc:sldChg>
    </pc:docChg>
  </pc:docChgLst>
  <pc:docChgLst>
    <pc:chgData name="Le Xuan Loc 202414220" userId="S::loc.lx2414220@sis.hust.edu.vn::a74cda33-b6e3-4611-9ab4-31d75d67c815" providerId="AD" clId="Web-{F19D4D62-B1DD-025D-046D-89C08CBDBE74}"/>
    <pc:docChg chg="modSld">
      <pc:chgData name="Le Xuan Loc 202414220" userId="S::loc.lx2414220@sis.hust.edu.vn::a74cda33-b6e3-4611-9ab4-31d75d67c815" providerId="AD" clId="Web-{F19D4D62-B1DD-025D-046D-89C08CBDBE74}" dt="2026-09-13T02:19:59.627" v="7" actId="1076"/>
      <pc:docMkLst>
        <pc:docMk/>
      </pc:docMkLst>
      <pc:sldChg chg="modSp">
        <pc:chgData name="Le Xuan Loc 202414220" userId="S::loc.lx2414220@sis.hust.edu.vn::a74cda33-b6e3-4611-9ab4-31d75d67c815" providerId="AD" clId="Web-{F19D4D62-B1DD-025D-046D-89C08CBDBE74}" dt="2026-09-13T02:17:54.186" v="2" actId="14100"/>
        <pc:sldMkLst>
          <pc:docMk/>
          <pc:sldMk cId="0" sldId="257"/>
        </pc:sldMkLst>
        <pc:spChg chg="mod">
          <ac:chgData name="Le Xuan Loc 202414220" userId="S::loc.lx2414220@sis.hust.edu.vn::a74cda33-b6e3-4611-9ab4-31d75d67c815" providerId="AD" clId="Web-{F19D4D62-B1DD-025D-046D-89C08CBDBE74}" dt="2026-09-13T02:17:44.170" v="0" actId="1076"/>
          <ac:spMkLst>
            <pc:docMk/>
            <pc:sldMk cId="0" sldId="257"/>
            <ac:spMk id="9" creationId="{0FB70CA3-BB27-D2A5-B462-9CDAAF154E2A}"/>
          </ac:spMkLst>
        </pc:spChg>
        <pc:picChg chg="mod">
          <ac:chgData name="Le Xuan Loc 202414220" userId="S::loc.lx2414220@sis.hust.edu.vn::a74cda33-b6e3-4611-9ab4-31d75d67c815" providerId="AD" clId="Web-{F19D4D62-B1DD-025D-046D-89C08CBDBE74}" dt="2026-09-13T02:17:54.186" v="2" actId="14100"/>
          <ac:picMkLst>
            <pc:docMk/>
            <pc:sldMk cId="0" sldId="257"/>
            <ac:picMk id="4" creationId="{006A8758-564F-6E7C-EDBD-64FDF478D330}"/>
          </ac:picMkLst>
        </pc:picChg>
      </pc:sldChg>
      <pc:sldChg chg="modSp">
        <pc:chgData name="Le Xuan Loc 202414220" userId="S::loc.lx2414220@sis.hust.edu.vn::a74cda33-b6e3-4611-9ab4-31d75d67c815" providerId="AD" clId="Web-{F19D4D62-B1DD-025D-046D-89C08CBDBE74}" dt="2026-09-13T02:19:59.627" v="7" actId="1076"/>
        <pc:sldMkLst>
          <pc:docMk/>
          <pc:sldMk cId="1998383538" sldId="276"/>
        </pc:sldMkLst>
        <pc:picChg chg="mod">
          <ac:chgData name="Le Xuan Loc 202414220" userId="S::loc.lx2414220@sis.hust.edu.vn::a74cda33-b6e3-4611-9ab4-31d75d67c815" providerId="AD" clId="Web-{F19D4D62-B1DD-025D-046D-89C08CBDBE74}" dt="2026-09-13T02:19:59.627" v="7" actId="1076"/>
          <ac:picMkLst>
            <pc:docMk/>
            <pc:sldMk cId="1998383538" sldId="276"/>
            <ac:picMk id="32" creationId="{528B040A-1E76-474C-139D-737BA8DF1456}"/>
          </ac:picMkLst>
        </pc:picChg>
        <pc:picChg chg="mod">
          <ac:chgData name="Le Xuan Loc 202414220" userId="S::loc.lx2414220@sis.hust.edu.vn::a74cda33-b6e3-4611-9ab4-31d75d67c815" providerId="AD" clId="Web-{F19D4D62-B1DD-025D-046D-89C08CBDBE74}" dt="2026-09-13T02:19:28.016" v="4" actId="14100"/>
          <ac:picMkLst>
            <pc:docMk/>
            <pc:sldMk cId="1998383538" sldId="276"/>
            <ac:picMk id="34" creationId="{A9A831AD-0944-A060-13CD-52E1DDD7D5FF}"/>
          </ac:picMkLst>
        </pc:picChg>
        <pc:picChg chg="mod">
          <ac:chgData name="Le Xuan Loc 202414220" userId="S::loc.lx2414220@sis.hust.edu.vn::a74cda33-b6e3-4611-9ab4-31d75d67c815" providerId="AD" clId="Web-{F19D4D62-B1DD-025D-046D-89C08CBDBE74}" dt="2026-09-13T02:19:22.204" v="3" actId="14100"/>
          <ac:picMkLst>
            <pc:docMk/>
            <pc:sldMk cId="1998383538" sldId="276"/>
            <ac:picMk id="36" creationId="{0C7A910A-5DB0-0FCF-7EE9-AE9830ACF5E2}"/>
          </ac:picMkLst>
        </pc:picChg>
        <pc:cxnChg chg="mod">
          <ac:chgData name="Le Xuan Loc 202414220" userId="S::loc.lx2414220@sis.hust.edu.vn::a74cda33-b6e3-4611-9ab4-31d75d67c815" providerId="AD" clId="Web-{F19D4D62-B1DD-025D-046D-89C08CBDBE74}" dt="2026-09-13T02:19:44.173" v="5" actId="14100"/>
          <ac:cxnSpMkLst>
            <pc:docMk/>
            <pc:sldMk cId="1998383538" sldId="276"/>
            <ac:cxnSpMk id="16" creationId="{F5DE9104-7E63-F702-500C-A2F456DD3EAB}"/>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8"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5"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9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9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2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3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6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FFFFFF"/>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14" name="PlaceHolder 1"/>
          <p:cNvSpPr>
            <a:spLocks noGrp="1"/>
          </p:cNvSpPr>
          <p:nvPr>
            <p:ph type="body"/>
          </p:nvPr>
        </p:nvSpPr>
        <p:spPr>
          <a:xfrm>
            <a:off x="330120" y="1406880"/>
            <a:ext cx="5765400" cy="46555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115" name="PlaceHolder 2"/>
          <p:cNvSpPr>
            <a:spLocks noGrp="1"/>
          </p:cNvSpPr>
          <p:nvPr>
            <p:ph type="body"/>
          </p:nvPr>
        </p:nvSpPr>
        <p:spPr>
          <a:xfrm>
            <a:off x="6238800" y="1414440"/>
            <a:ext cx="5444640" cy="465588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Picture</a:t>
            </a:r>
            <a:endParaRPr lang="en-US" sz="1800" b="0" strike="noStrike" spc="-1">
              <a:solidFill>
                <a:srgbClr val="000000"/>
              </a:solidFill>
              <a:latin typeface="Calibri"/>
            </a:endParaRPr>
          </a:p>
        </p:txBody>
      </p:sp>
      <p:sp>
        <p:nvSpPr>
          <p:cNvPr id="116" name="PlaceHolder 3"/>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2:……………………………………..</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91" name="PlaceHolder 1"/>
          <p:cNvSpPr>
            <a:spLocks noGrp="1"/>
          </p:cNvSpPr>
          <p:nvPr>
            <p:ph type="body"/>
          </p:nvPr>
        </p:nvSpPr>
        <p:spPr>
          <a:xfrm>
            <a:off x="4558320" y="1248480"/>
            <a:ext cx="7391160" cy="52048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192" name="PlaceHolder 2"/>
          <p:cNvSpPr>
            <a:spLocks noGrp="1"/>
          </p:cNvSpPr>
          <p:nvPr>
            <p:ph type="title"/>
          </p:nvPr>
        </p:nvSpPr>
        <p:spPr>
          <a:xfrm>
            <a:off x="4558320" y="404280"/>
            <a:ext cx="7391160" cy="435600"/>
          </a:xfrm>
          <a:prstGeom prst="rect">
            <a:avLst/>
          </a:prstGeom>
        </p:spPr>
        <p:txBody>
          <a:bodyPr lIns="90000" tIns="45000" rIns="90000" bIns="45000">
            <a:noAutofit/>
          </a:bodyPr>
          <a:lstStyle/>
          <a:p>
            <a:pPr>
              <a:lnSpc>
                <a:spcPct val="90000"/>
              </a:lnSpc>
            </a:pPr>
            <a:r>
              <a:rPr lang="en-US" sz="2800" b="1" strike="noStrike" spc="-1">
                <a:solidFill>
                  <a:srgbClr val="000000"/>
                </a:solidFill>
                <a:latin typeface="Lato"/>
                <a:ea typeface="Lato"/>
              </a:rPr>
              <a:t>Title 4:……………………………………..</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5:……………………………………..</a:t>
            </a:r>
            <a:endParaRPr lang="en-US" sz="2800" b="0" strike="noStrike" spc="-1">
              <a:solidFill>
                <a:srgbClr val="000000"/>
              </a:solidFill>
              <a:latin typeface="Calibri"/>
            </a:endParaRPr>
          </a:p>
        </p:txBody>
      </p:sp>
      <p:sp>
        <p:nvSpPr>
          <p:cNvPr id="230" name="PlaceHolder 2"/>
          <p:cNvSpPr>
            <a:spLocks noGrp="1"/>
          </p:cNvSpPr>
          <p:nvPr>
            <p:ph type="body"/>
          </p:nvPr>
        </p:nvSpPr>
        <p:spPr>
          <a:xfrm>
            <a:off x="338760" y="1406520"/>
            <a:ext cx="5756760" cy="46699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231" name="PlaceHolder 3"/>
          <p:cNvSpPr>
            <a:spLocks noGrp="1"/>
          </p:cNvSpPr>
          <p:nvPr>
            <p:ph type="body"/>
          </p:nvPr>
        </p:nvSpPr>
        <p:spPr>
          <a:xfrm>
            <a:off x="6210360" y="1392120"/>
            <a:ext cx="5592240" cy="46843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Table</a:t>
            </a:r>
            <a:endParaRPr lang="en-US" sz="1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7"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37.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3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3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0.xml"/><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CustomShape 1"/>
          <p:cNvSpPr/>
          <p:nvPr/>
        </p:nvSpPr>
        <p:spPr>
          <a:xfrm>
            <a:off x="695520" y="2269440"/>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08" name="CustomShape 2"/>
          <p:cNvSpPr/>
          <p:nvPr/>
        </p:nvSpPr>
        <p:spPr>
          <a:xfrm>
            <a:off x="829733" y="3962880"/>
            <a:ext cx="4749800" cy="80964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09" name="CustomShape 3"/>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pic>
        <p:nvPicPr>
          <p:cNvPr id="4" name="Hình ảnh 3">
            <a:extLst>
              <a:ext uri="{FF2B5EF4-FFF2-40B4-BE49-F238E27FC236}">
                <a16:creationId xmlns:a16="http://schemas.microsoft.com/office/drawing/2014/main" id="{006A8758-564F-6E7C-EDBD-64FDF478D330}"/>
              </a:ext>
            </a:extLst>
          </p:cNvPr>
          <p:cNvPicPr>
            <a:picLocks noChangeAspect="1"/>
          </p:cNvPicPr>
          <p:nvPr/>
        </p:nvPicPr>
        <p:blipFill>
          <a:blip r:embed="rId2"/>
          <a:stretch>
            <a:fillRect/>
          </a:stretch>
        </p:blipFill>
        <p:spPr>
          <a:xfrm>
            <a:off x="-116326" y="-88603"/>
            <a:ext cx="12414650" cy="6949368"/>
          </a:xfrm>
          <a:prstGeom prst="rect">
            <a:avLst/>
          </a:prstGeom>
        </p:spPr>
      </p:pic>
      <p:sp>
        <p:nvSpPr>
          <p:cNvPr id="3" name="Hộp Văn bản 2">
            <a:extLst>
              <a:ext uri="{FF2B5EF4-FFF2-40B4-BE49-F238E27FC236}">
                <a16:creationId xmlns:a16="http://schemas.microsoft.com/office/drawing/2014/main" id="{1331A41D-6BF8-8827-F5FC-45C08CD26416}"/>
              </a:ext>
            </a:extLst>
          </p:cNvPr>
          <p:cNvSpPr txBox="1"/>
          <p:nvPr/>
        </p:nvSpPr>
        <p:spPr>
          <a:xfrm>
            <a:off x="392040" y="1602421"/>
            <a:ext cx="8751960" cy="369332"/>
          </a:xfrm>
          <a:prstGeom prst="rect">
            <a:avLst/>
          </a:prstGeom>
          <a:noFill/>
        </p:spPr>
        <p:txBody>
          <a:bodyPr wrap="square">
            <a:spAutoFit/>
          </a:bodyPr>
          <a:lstStyle/>
          <a:p>
            <a:r>
              <a:rPr lang="vi-VN"/>
              <a:t>                                                         </a:t>
            </a:r>
          </a:p>
        </p:txBody>
      </p:sp>
      <p:sp>
        <p:nvSpPr>
          <p:cNvPr id="8" name="Chỗ dành sẵn cho Văn bản 7">
            <a:extLst>
              <a:ext uri="{FF2B5EF4-FFF2-40B4-BE49-F238E27FC236}">
                <a16:creationId xmlns:a16="http://schemas.microsoft.com/office/drawing/2014/main" id="{53C8B9FB-355B-380B-6D22-36A94E286E32}"/>
              </a:ext>
            </a:extLst>
          </p:cNvPr>
          <p:cNvSpPr>
            <a:spLocks noGrp="1"/>
          </p:cNvSpPr>
          <p:nvPr>
            <p:ph type="body"/>
          </p:nvPr>
        </p:nvSpPr>
        <p:spPr>
          <a:xfrm>
            <a:off x="554286" y="2872799"/>
            <a:ext cx="2956681" cy="2163601"/>
          </a:xfrm>
        </p:spPr>
        <p:txBody>
          <a:bodyPr>
            <a:normAutofit/>
          </a:bodyPr>
          <a:lstStyle/>
          <a:p>
            <a:pPr marL="0" indent="0">
              <a:buNone/>
            </a:pPr>
            <a:r>
              <a:rPr lang="vi-VN" sz="2400">
                <a:solidFill>
                  <a:srgbClr val="FF0000"/>
                </a:solidFill>
              </a:rPr>
              <a:t>GVHD:</a:t>
            </a:r>
          </a:p>
          <a:p>
            <a:endParaRPr lang="vi-VN" sz="2400">
              <a:solidFill>
                <a:srgbClr val="FF0000"/>
              </a:solidFill>
            </a:endParaRPr>
          </a:p>
          <a:p>
            <a:endParaRPr lang="vi-VN" sz="2400">
              <a:solidFill>
                <a:srgbClr val="FF0000"/>
              </a:solidFill>
            </a:endParaRPr>
          </a:p>
          <a:p>
            <a:pPr marL="0" indent="0">
              <a:buNone/>
            </a:pPr>
            <a:r>
              <a:rPr lang="vi-VN" sz="2400">
                <a:solidFill>
                  <a:srgbClr val="FF0000"/>
                </a:solidFill>
              </a:rPr>
              <a:t>Sinh viên thực hiện : </a:t>
            </a:r>
          </a:p>
        </p:txBody>
      </p:sp>
      <p:sp>
        <p:nvSpPr>
          <p:cNvPr id="9" name="Chỗ dành sẵn cho Văn bản 8">
            <a:extLst>
              <a:ext uri="{FF2B5EF4-FFF2-40B4-BE49-F238E27FC236}">
                <a16:creationId xmlns:a16="http://schemas.microsoft.com/office/drawing/2014/main" id="{0FB70CA3-BB27-D2A5-B462-9CDAAF154E2A}"/>
              </a:ext>
            </a:extLst>
          </p:cNvPr>
          <p:cNvSpPr>
            <a:spLocks noGrp="1"/>
          </p:cNvSpPr>
          <p:nvPr>
            <p:ph type="body"/>
          </p:nvPr>
        </p:nvSpPr>
        <p:spPr>
          <a:xfrm>
            <a:off x="3508689" y="3178547"/>
            <a:ext cx="5190067" cy="775091"/>
          </a:xfrm>
        </p:spPr>
        <p:txBody>
          <a:bodyPr>
            <a:normAutofit/>
          </a:bodyPr>
          <a:lstStyle/>
          <a:p>
            <a:pPr marL="0" indent="0" algn="ctr">
              <a:buNone/>
            </a:pPr>
            <a:r>
              <a:rPr lang="vi-VN" sz="2000" dirty="0" err="1">
                <a:solidFill>
                  <a:srgbClr val="FF0000"/>
                </a:solidFill>
              </a:rPr>
              <a:t>Ths</a:t>
            </a:r>
            <a:r>
              <a:rPr lang="vi-VN" sz="2000" dirty="0">
                <a:solidFill>
                  <a:srgbClr val="FF0000"/>
                </a:solidFill>
              </a:rPr>
              <a:t>. Hoàng Quang Huy</a:t>
            </a:r>
          </a:p>
        </p:txBody>
      </p:sp>
      <p:sp>
        <p:nvSpPr>
          <p:cNvPr id="10" name="Chỗ dành sẵn cho Văn bản 9">
            <a:extLst>
              <a:ext uri="{FF2B5EF4-FFF2-40B4-BE49-F238E27FC236}">
                <a16:creationId xmlns:a16="http://schemas.microsoft.com/office/drawing/2014/main" id="{A5A697AC-E1A4-87CC-C403-61EF48364743}"/>
              </a:ext>
            </a:extLst>
          </p:cNvPr>
          <p:cNvSpPr>
            <a:spLocks noGrp="1"/>
          </p:cNvSpPr>
          <p:nvPr>
            <p:ph type="body"/>
          </p:nvPr>
        </p:nvSpPr>
        <p:spPr>
          <a:xfrm>
            <a:off x="4473200" y="4367700"/>
            <a:ext cx="4978400" cy="1447187"/>
          </a:xfrm>
        </p:spPr>
        <p:txBody>
          <a:bodyPr>
            <a:normAutofit/>
          </a:bodyPr>
          <a:lstStyle/>
          <a:p>
            <a:pPr marL="0" indent="0">
              <a:buNone/>
            </a:pPr>
            <a:r>
              <a:rPr lang="vi-VN" sz="2000">
                <a:solidFill>
                  <a:srgbClr val="FF0000"/>
                </a:solidFill>
              </a:rPr>
              <a:t>Lê Xuân Lộc – 202414220</a:t>
            </a:r>
          </a:p>
          <a:p>
            <a:r>
              <a:rPr lang="vi-VN" sz="2000" dirty="0">
                <a:solidFill>
                  <a:srgbClr val="FF0000"/>
                </a:solidFill>
              </a:rPr>
              <a:t>Dương Việt Hoàn - 202414124</a:t>
            </a:r>
          </a:p>
          <a:p>
            <a:r>
              <a:rPr lang="vi-VN" sz="2000" dirty="0">
                <a:solidFill>
                  <a:srgbClr val="FF0000"/>
                </a:solidFill>
              </a:rPr>
              <a:t>Lê Minh Long - 202414231</a:t>
            </a:r>
          </a:p>
          <a:p>
            <a:endParaRPr lang="vi-VN" sz="2000">
              <a:solidFill>
                <a:srgbClr val="FF0000"/>
              </a:solidFill>
            </a:endParaRPr>
          </a:p>
        </p:txBody>
      </p:sp>
      <p:sp>
        <p:nvSpPr>
          <p:cNvPr id="7" name="Tiêu đề 6">
            <a:extLst>
              <a:ext uri="{FF2B5EF4-FFF2-40B4-BE49-F238E27FC236}">
                <a16:creationId xmlns:a16="http://schemas.microsoft.com/office/drawing/2014/main" id="{F79D4A76-99DC-014A-17FB-DD64EA6BEA42}"/>
              </a:ext>
            </a:extLst>
          </p:cNvPr>
          <p:cNvSpPr>
            <a:spLocks noGrp="1"/>
          </p:cNvSpPr>
          <p:nvPr>
            <p:ph type="title"/>
          </p:nvPr>
        </p:nvSpPr>
        <p:spPr>
          <a:xfrm>
            <a:off x="492320" y="1994743"/>
            <a:ext cx="9897653" cy="784089"/>
          </a:xfrm>
        </p:spPr>
        <p:txBody>
          <a:bodyPr/>
          <a:lstStyle/>
          <a:p>
            <a:r>
              <a:rPr lang="vi-VN" sz="3200" b="1" dirty="0">
                <a:solidFill>
                  <a:srgbClr val="FF0000"/>
                </a:solidFill>
              </a:rPr>
              <a:t>PROJECT</a:t>
            </a:r>
            <a:br>
              <a:rPr lang="vi-VN" sz="3600" b="1" dirty="0">
                <a:solidFill>
                  <a:srgbClr val="FF0000"/>
                </a:solidFill>
              </a:rPr>
            </a:br>
            <a:r>
              <a:rPr lang="vi-VN" sz="3600" b="1" dirty="0">
                <a:solidFill>
                  <a:srgbClr val="FF0000"/>
                </a:solidFill>
              </a:rPr>
              <a:t>XÂY DỰNG PHẦN MỀM QUẢN LÝ DỤNG CỤ Y TẾ</a:t>
            </a:r>
            <a:br>
              <a:rPr lang="vi-VN" b="1" dirty="0">
                <a:solidFill>
                  <a:srgbClr val="FF0000"/>
                </a:solidFill>
              </a:rPr>
            </a:br>
            <a:endParaRPr lang="vi-VN"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Freeform 1"/>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vi-VN"/>
          </a:p>
        </p:txBody>
      </p:sp>
      <p:sp>
        <p:nvSpPr>
          <p:cNvPr id="311" name="TextShape 2"/>
          <p:cNvSpPr txBox="1"/>
          <p:nvPr/>
        </p:nvSpPr>
        <p:spPr>
          <a:xfrm>
            <a:off x="8254999" y="1172215"/>
            <a:ext cx="3632109" cy="2454905"/>
          </a:xfrm>
          <a:prstGeom prst="rect">
            <a:avLst/>
          </a:prstGeom>
          <a:noFill/>
          <a:ln>
            <a:noFill/>
          </a:ln>
        </p:spPr>
        <p:txBody>
          <a:bodyPr lIns="90000" tIns="45000" rIns="90000" bIns="45000">
            <a:noAutofit/>
          </a:bodyPr>
          <a:lstStyle/>
          <a:p>
            <a:pPr marL="571500" indent="-571500">
              <a:buAutoNum type="romanUcPeriod"/>
            </a:pPr>
            <a:r>
              <a:rPr lang="vi-VN" sz="2800" b="0" strike="noStrike" spc="-1" dirty="0">
                <a:solidFill>
                  <a:srgbClr val="000000"/>
                </a:solidFill>
                <a:latin typeface="Calibri"/>
              </a:rPr>
              <a:t>Giới thiệu thành viên</a:t>
            </a:r>
          </a:p>
          <a:p>
            <a:pPr marL="571500" indent="-571500">
              <a:buAutoNum type="romanUcPeriod"/>
            </a:pPr>
            <a:r>
              <a:rPr lang="vi-VN" sz="2800" spc="-1" dirty="0">
                <a:solidFill>
                  <a:srgbClr val="000000"/>
                </a:solidFill>
                <a:latin typeface="Calibri"/>
              </a:rPr>
              <a:t>Giới thiệu đề tài</a:t>
            </a:r>
          </a:p>
          <a:p>
            <a:pPr marL="571500" indent="-571500">
              <a:buAutoNum type="romanUcPeriod"/>
            </a:pPr>
            <a:r>
              <a:rPr lang="vi-VN" sz="2800" b="0" strike="noStrike" spc="-1" dirty="0">
                <a:solidFill>
                  <a:srgbClr val="000000"/>
                </a:solidFill>
                <a:latin typeface="Calibri"/>
              </a:rPr>
              <a:t>Phân tích, thiết kế phần mềm</a:t>
            </a:r>
          </a:p>
          <a:p>
            <a:pPr marL="571500" indent="-571500">
              <a:buAutoNum type="romanUcPeriod"/>
            </a:pPr>
            <a:r>
              <a:rPr lang="vi-VN" sz="2800" b="0" strike="noStrike" spc="-1" dirty="0">
                <a:solidFill>
                  <a:srgbClr val="000000"/>
                </a:solidFill>
                <a:latin typeface="Calibri"/>
              </a:rPr>
              <a:t>Sơ đồ hệ thống</a:t>
            </a:r>
            <a:endParaRPr lang="en-US" sz="2800" b="0" strike="noStrike" spc="-1" dirty="0">
              <a:solidFill>
                <a:srgbClr val="000000"/>
              </a:solidFill>
              <a:latin typeface="Calibri"/>
            </a:endParaRPr>
          </a:p>
        </p:txBody>
      </p:sp>
      <p:pic>
        <p:nvPicPr>
          <p:cNvPr id="5" name="Hình ảnh 4">
            <a:extLst>
              <a:ext uri="{FF2B5EF4-FFF2-40B4-BE49-F238E27FC236}">
                <a16:creationId xmlns:a16="http://schemas.microsoft.com/office/drawing/2014/main" id="{5EF7A4AB-4FEB-BB77-2DF9-5903CB655374}"/>
              </a:ext>
            </a:extLst>
          </p:cNvPr>
          <p:cNvPicPr>
            <a:picLocks noChangeAspect="1"/>
          </p:cNvPicPr>
          <p:nvPr/>
        </p:nvPicPr>
        <p:blipFill>
          <a:blip r:embed="rId2"/>
          <a:stretch>
            <a:fillRect/>
          </a:stretch>
        </p:blipFill>
        <p:spPr>
          <a:xfrm>
            <a:off x="5" y="711202"/>
            <a:ext cx="8153394" cy="5435596"/>
          </a:xfrm>
          <a:prstGeom prst="rect">
            <a:avLst/>
          </a:prstGeom>
        </p:spPr>
      </p:pic>
      <p:pic>
        <p:nvPicPr>
          <p:cNvPr id="3" name="Hình ảnh 2">
            <a:extLst>
              <a:ext uri="{FF2B5EF4-FFF2-40B4-BE49-F238E27FC236}">
                <a16:creationId xmlns:a16="http://schemas.microsoft.com/office/drawing/2014/main" id="{EB08493E-F282-562B-D1F3-22E5B316C20C}"/>
              </a:ext>
            </a:extLst>
          </p:cNvPr>
          <p:cNvPicPr>
            <a:picLocks noChangeAspect="1"/>
          </p:cNvPicPr>
          <p:nvPr/>
        </p:nvPicPr>
        <p:blipFill>
          <a:blip r:embed="rId3"/>
          <a:stretch>
            <a:fillRect/>
          </a:stretch>
        </p:blipFill>
        <p:spPr>
          <a:xfrm>
            <a:off x="8153399" y="711202"/>
            <a:ext cx="4038601" cy="4724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4A73-02F6-A17E-1E04-3CE01ADF1C0F}"/>
            </a:ext>
          </a:extLst>
        </p:cNvPr>
        <p:cNvGrpSpPr/>
        <p:nvPr/>
      </p:nvGrpSpPr>
      <p:grpSpPr>
        <a:xfrm>
          <a:off x="0" y="0"/>
          <a:ext cx="0" cy="0"/>
          <a:chOff x="0" y="0"/>
          <a:chExt cx="0" cy="0"/>
        </a:xfrm>
      </p:grpSpPr>
      <p:sp>
        <p:nvSpPr>
          <p:cNvPr id="318" name="TextShape 2">
            <a:extLst>
              <a:ext uri="{FF2B5EF4-FFF2-40B4-BE49-F238E27FC236}">
                <a16:creationId xmlns:a16="http://schemas.microsoft.com/office/drawing/2014/main" id="{57C17C44-EC8E-F366-7556-2775794A8776}"/>
              </a:ext>
            </a:extLst>
          </p:cNvPr>
          <p:cNvSpPr txBox="1"/>
          <p:nvPr/>
        </p:nvSpPr>
        <p:spPr>
          <a:xfrm>
            <a:off x="4558320" y="404280"/>
            <a:ext cx="739116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Shape 1">
            <a:extLst>
              <a:ext uri="{FF2B5EF4-FFF2-40B4-BE49-F238E27FC236}">
                <a16:creationId xmlns:a16="http://schemas.microsoft.com/office/drawing/2014/main" id="{47D0ABFE-8C96-0BCA-FEB0-6038E8E4087D}"/>
              </a:ext>
            </a:extLst>
          </p:cNvPr>
          <p:cNvSpPr txBox="1"/>
          <p:nvPr/>
        </p:nvSpPr>
        <p:spPr>
          <a:xfrm>
            <a:off x="4879933" y="2447051"/>
            <a:ext cx="6747933" cy="1293802"/>
          </a:xfrm>
          <a:prstGeom prst="rect">
            <a:avLst/>
          </a:prstGeom>
          <a:noFill/>
          <a:ln>
            <a:noFill/>
          </a:ln>
        </p:spPr>
        <p:txBody>
          <a:bodyPr lIns="90000" tIns="45000" rIns="90000" bIns="45000">
            <a:noAutofit/>
          </a:bodyPr>
          <a:lstStyle/>
          <a:p>
            <a:r>
              <a:rPr lang="en-US" sz="4800" b="0" strike="noStrike" spc="-1">
                <a:solidFill>
                  <a:srgbClr val="FF0000"/>
                </a:solidFill>
                <a:latin typeface="Calibri"/>
              </a:rPr>
              <a:t>I. GIỚI THIỆU </a:t>
            </a:r>
            <a:r>
              <a:rPr lang="vi-VN" sz="4800" spc="-1">
                <a:solidFill>
                  <a:srgbClr val="FF0000"/>
                </a:solidFill>
                <a:latin typeface="Calibri"/>
              </a:rPr>
              <a:t>THÀNH VIÊN</a:t>
            </a:r>
            <a:endParaRPr lang="en-US" sz="4800" b="0" strike="noStrike" spc="-1">
              <a:solidFill>
                <a:srgbClr val="FF0000"/>
              </a:solidFill>
              <a:latin typeface="Calibri"/>
            </a:endParaRPr>
          </a:p>
        </p:txBody>
      </p:sp>
    </p:spTree>
    <p:extLst>
      <p:ext uri="{BB962C8B-B14F-4D97-AF65-F5344CB8AC3E}">
        <p14:creationId xmlns:p14="http://schemas.microsoft.com/office/powerpoint/2010/main" val="5402722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52609-8A05-C688-E4CE-36C0EC3512E7}"/>
            </a:ext>
          </a:extLst>
        </p:cNvPr>
        <p:cNvGrpSpPr/>
        <p:nvPr/>
      </p:nvGrpSpPr>
      <p:grpSpPr>
        <a:xfrm>
          <a:off x="0" y="0"/>
          <a:ext cx="0" cy="0"/>
          <a:chOff x="0" y="0"/>
          <a:chExt cx="0" cy="0"/>
        </a:xfrm>
      </p:grpSpPr>
      <p:graphicFrame>
        <p:nvGraphicFramePr>
          <p:cNvPr id="8" name="Bảng 7">
            <a:extLst>
              <a:ext uri="{FF2B5EF4-FFF2-40B4-BE49-F238E27FC236}">
                <a16:creationId xmlns:a16="http://schemas.microsoft.com/office/drawing/2014/main" id="{64A17AC4-A204-7B4F-CD17-B1B997D83CE4}"/>
              </a:ext>
            </a:extLst>
          </p:cNvPr>
          <p:cNvGraphicFramePr>
            <a:graphicFrameLocks noGrp="1"/>
          </p:cNvGraphicFramePr>
          <p:nvPr>
            <p:extLst>
              <p:ext uri="{D42A27DB-BD31-4B8C-83A1-F6EECF244321}">
                <p14:modId xmlns:p14="http://schemas.microsoft.com/office/powerpoint/2010/main" val="893186439"/>
              </p:ext>
            </p:extLst>
          </p:nvPr>
        </p:nvGraphicFramePr>
        <p:xfrm>
          <a:off x="1008184" y="1985108"/>
          <a:ext cx="9969979" cy="3452412"/>
        </p:xfrm>
        <a:graphic>
          <a:graphicData uri="http://schemas.openxmlformats.org/drawingml/2006/table">
            <a:tbl>
              <a:tblPr firstRow="1" bandRow="1">
                <a:tableStyleId>{5C22544A-7EE6-4342-B048-85BDC9FD1C3A}</a:tableStyleId>
              </a:tblPr>
              <a:tblGrid>
                <a:gridCol w="2659290">
                  <a:extLst>
                    <a:ext uri="{9D8B030D-6E8A-4147-A177-3AD203B41FA5}">
                      <a16:colId xmlns:a16="http://schemas.microsoft.com/office/drawing/2014/main" val="2865422840"/>
                    </a:ext>
                  </a:extLst>
                </a:gridCol>
                <a:gridCol w="1744174">
                  <a:extLst>
                    <a:ext uri="{9D8B030D-6E8A-4147-A177-3AD203B41FA5}">
                      <a16:colId xmlns:a16="http://schemas.microsoft.com/office/drawing/2014/main" val="1458275535"/>
                    </a:ext>
                  </a:extLst>
                </a:gridCol>
                <a:gridCol w="5566515">
                  <a:extLst>
                    <a:ext uri="{9D8B030D-6E8A-4147-A177-3AD203B41FA5}">
                      <a16:colId xmlns:a16="http://schemas.microsoft.com/office/drawing/2014/main" val="1441729978"/>
                    </a:ext>
                  </a:extLst>
                </a:gridCol>
              </a:tblGrid>
              <a:tr h="863103">
                <a:tc>
                  <a:txBody>
                    <a:bodyPr/>
                    <a:lstStyle/>
                    <a:p>
                      <a:pPr algn="ctr"/>
                      <a:r>
                        <a:rPr lang="vi-VN"/>
                        <a:t>Thành viên</a:t>
                      </a:r>
                    </a:p>
                  </a:txBody>
                  <a:tcPr/>
                </a:tc>
                <a:tc>
                  <a:txBody>
                    <a:bodyPr/>
                    <a:lstStyle/>
                    <a:p>
                      <a:pPr algn="ctr"/>
                      <a:r>
                        <a:rPr lang="vi-VN"/>
                        <a:t>MSSV</a:t>
                      </a:r>
                    </a:p>
                  </a:txBody>
                  <a:tcPr/>
                </a:tc>
                <a:tc>
                  <a:txBody>
                    <a:bodyPr/>
                    <a:lstStyle/>
                    <a:p>
                      <a:pPr algn="ctr"/>
                      <a:r>
                        <a:rPr lang="vi-VN"/>
                        <a:t>Nhiệm Vụ</a:t>
                      </a:r>
                    </a:p>
                  </a:txBody>
                  <a:tcPr/>
                </a:tc>
                <a:extLst>
                  <a:ext uri="{0D108BD9-81ED-4DB2-BD59-A6C34878D82A}">
                    <a16:rowId xmlns:a16="http://schemas.microsoft.com/office/drawing/2014/main" val="1299428893"/>
                  </a:ext>
                </a:extLst>
              </a:tr>
              <a:tr h="863103">
                <a:tc>
                  <a:txBody>
                    <a:bodyPr/>
                    <a:lstStyle/>
                    <a:p>
                      <a:pPr algn="ctr"/>
                      <a:r>
                        <a:rPr lang="vi-VN"/>
                        <a:t>Lê Xuân Lộc</a:t>
                      </a:r>
                    </a:p>
                  </a:txBody>
                  <a:tcPr/>
                </a:tc>
                <a:tc>
                  <a:txBody>
                    <a:bodyPr/>
                    <a:lstStyle/>
                    <a:p>
                      <a:pPr algn="ctr"/>
                      <a:r>
                        <a:rPr lang="vi-VN"/>
                        <a:t>202414220</a:t>
                      </a:r>
                    </a:p>
                  </a:txBody>
                  <a:tcPr/>
                </a:tc>
                <a:tc>
                  <a:txBody>
                    <a:bodyPr/>
                    <a:lstStyle/>
                    <a:p>
                      <a:pPr algn="ctr"/>
                      <a:r>
                        <a:rPr lang="vi-VN" dirty="0"/>
                        <a:t>Thiết kế </a:t>
                      </a:r>
                      <a:r>
                        <a:rPr lang="vi-VN" dirty="0" err="1"/>
                        <a:t>slide</a:t>
                      </a:r>
                      <a:r>
                        <a:rPr lang="vi-VN" dirty="0"/>
                        <a:t>, </a:t>
                      </a:r>
                      <a:r>
                        <a:rPr lang="vi-VN" dirty="0" err="1"/>
                        <a:t>Frontend</a:t>
                      </a:r>
                      <a:r>
                        <a:rPr lang="vi-VN" dirty="0"/>
                        <a:t>,</a:t>
                      </a:r>
                      <a:r>
                        <a:rPr lang="vi-VN" sz="1800" b="0" i="0" u="none" strike="noStrike" kern="1200" dirty="0">
                          <a:solidFill>
                            <a:schemeClr val="dk1"/>
                          </a:solidFill>
                          <a:effectLst/>
                          <a:latin typeface="+mn-lt"/>
                          <a:ea typeface="+mn-ea"/>
                          <a:cs typeface="+mn-cs"/>
                        </a:rPr>
                        <a:t> </a:t>
                      </a:r>
                      <a:r>
                        <a:rPr lang="vi-VN" sz="1800" b="0" i="0" u="none" strike="noStrike" kern="1200" dirty="0" err="1">
                          <a:solidFill>
                            <a:schemeClr val="dk1"/>
                          </a:solidFill>
                          <a:effectLst/>
                          <a:latin typeface="+mn-lt"/>
                          <a:ea typeface="+mn-ea"/>
                          <a:cs typeface="+mn-cs"/>
                        </a:rPr>
                        <a:t>DevOps</a:t>
                      </a:r>
                      <a:endParaRPr lang="vi-VN" dirty="0"/>
                    </a:p>
                  </a:txBody>
                  <a:tcPr/>
                </a:tc>
                <a:extLst>
                  <a:ext uri="{0D108BD9-81ED-4DB2-BD59-A6C34878D82A}">
                    <a16:rowId xmlns:a16="http://schemas.microsoft.com/office/drawing/2014/main" val="2784961120"/>
                  </a:ext>
                </a:extLst>
              </a:tr>
              <a:tr h="863103">
                <a:tc>
                  <a:txBody>
                    <a:bodyPr/>
                    <a:lstStyle/>
                    <a:p>
                      <a:pPr algn="ctr"/>
                      <a:r>
                        <a:rPr lang="vi-VN"/>
                        <a:t>Dương VIệt Hoàn</a:t>
                      </a:r>
                      <a:endParaRPr lang="vi-VN" dirty="0"/>
                    </a:p>
                  </a:txBody>
                  <a:tcPr/>
                </a:tc>
                <a:tc>
                  <a:txBody>
                    <a:bodyPr/>
                    <a:lstStyle/>
                    <a:p>
                      <a:pPr algn="ctr"/>
                      <a:r>
                        <a:rPr lang="vi-VN"/>
                        <a:t>202414124</a:t>
                      </a:r>
                      <a:endParaRPr lang="vi-VN" dirty="0"/>
                    </a:p>
                  </a:txBody>
                  <a:tcPr/>
                </a:tc>
                <a:tc>
                  <a:txBody>
                    <a:bodyPr/>
                    <a:lstStyle/>
                    <a:p>
                      <a:pPr algn="ctr"/>
                      <a:r>
                        <a:rPr lang="vi-VN" dirty="0"/>
                        <a:t>Thiết kế </a:t>
                      </a:r>
                      <a:r>
                        <a:rPr lang="vi-VN" dirty="0" err="1"/>
                        <a:t>slide,Backend</a:t>
                      </a:r>
                      <a:r>
                        <a:rPr lang="vi-VN" dirty="0"/>
                        <a:t>, </a:t>
                      </a:r>
                      <a:r>
                        <a:rPr lang="vi-VN" sz="1800" b="0" i="0" u="none" strike="noStrike" kern="1200" dirty="0" err="1">
                          <a:solidFill>
                            <a:schemeClr val="dk1"/>
                          </a:solidFill>
                          <a:effectLst/>
                          <a:latin typeface="+mn-lt"/>
                          <a:ea typeface="+mn-ea"/>
                          <a:cs typeface="+mn-cs"/>
                        </a:rPr>
                        <a:t>Tester</a:t>
                      </a:r>
                      <a:endParaRPr lang="vi-VN" dirty="0"/>
                    </a:p>
                  </a:txBody>
                  <a:tcPr/>
                </a:tc>
                <a:extLst>
                  <a:ext uri="{0D108BD9-81ED-4DB2-BD59-A6C34878D82A}">
                    <a16:rowId xmlns:a16="http://schemas.microsoft.com/office/drawing/2014/main" val="2109599995"/>
                  </a:ext>
                </a:extLst>
              </a:tr>
              <a:tr h="863103">
                <a:tc>
                  <a:txBody>
                    <a:bodyPr/>
                    <a:lstStyle/>
                    <a:p>
                      <a:pPr marL="0" indent="0" algn="ctr">
                        <a:buNone/>
                      </a:pPr>
                      <a:r>
                        <a:rPr lang="vi-VN" dirty="0"/>
                        <a:t>Lê Minh Long</a:t>
                      </a:r>
                    </a:p>
                  </a:txBody>
                  <a:tcPr/>
                </a:tc>
                <a:tc>
                  <a:txBody>
                    <a:bodyPr/>
                    <a:lstStyle/>
                    <a:p>
                      <a:pPr algn="ctr"/>
                      <a:r>
                        <a:rPr lang="vi-VN"/>
                        <a:t>202414231</a:t>
                      </a:r>
                      <a:endParaRPr lang="vi-VN" dirty="0"/>
                    </a:p>
                  </a:txBody>
                  <a:tcPr/>
                </a:tc>
                <a:tc>
                  <a:txBody>
                    <a:bodyPr/>
                    <a:lstStyle/>
                    <a:p>
                      <a:pPr algn="ctr"/>
                      <a:r>
                        <a:rPr lang="vi-VN" dirty="0"/>
                        <a:t>Phân tích bài toán, yêu cầu người dùng</a:t>
                      </a:r>
                    </a:p>
                  </a:txBody>
                  <a:tcPr/>
                </a:tc>
                <a:extLst>
                  <a:ext uri="{0D108BD9-81ED-4DB2-BD59-A6C34878D82A}">
                    <a16:rowId xmlns:a16="http://schemas.microsoft.com/office/drawing/2014/main" val="418804090"/>
                  </a:ext>
                </a:extLst>
              </a:tr>
            </a:tbl>
          </a:graphicData>
        </a:graphic>
      </p:graphicFrame>
      <p:sp>
        <p:nvSpPr>
          <p:cNvPr id="3" name="Hộp Văn bản 2">
            <a:extLst>
              <a:ext uri="{FF2B5EF4-FFF2-40B4-BE49-F238E27FC236}">
                <a16:creationId xmlns:a16="http://schemas.microsoft.com/office/drawing/2014/main" id="{105F8AA9-8686-14C1-3D24-772AE0DB4397}"/>
              </a:ext>
            </a:extLst>
          </p:cNvPr>
          <p:cNvSpPr txBox="1"/>
          <p:nvPr/>
        </p:nvSpPr>
        <p:spPr>
          <a:xfrm>
            <a:off x="2598616" y="-79919"/>
            <a:ext cx="6994768" cy="769441"/>
          </a:xfrm>
          <a:prstGeom prst="rect">
            <a:avLst/>
          </a:prstGeom>
          <a:noFill/>
        </p:spPr>
        <p:txBody>
          <a:bodyPr wrap="square">
            <a:spAutoFit/>
          </a:bodyPr>
          <a:lstStyle/>
          <a:p>
            <a:r>
              <a:rPr lang="vi-VN" sz="4400" b="1" dirty="0">
                <a:solidFill>
                  <a:schemeClr val="bg1"/>
                </a:solidFill>
              </a:rPr>
              <a:t>Giới thiệu thành viên</a:t>
            </a:r>
            <a:endParaRPr lang="vi-VN" dirty="0"/>
          </a:p>
        </p:txBody>
      </p:sp>
    </p:spTree>
    <p:extLst>
      <p:ext uri="{BB962C8B-B14F-4D97-AF65-F5344CB8AC3E}">
        <p14:creationId xmlns:p14="http://schemas.microsoft.com/office/powerpoint/2010/main" val="23700636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5A1BE-B531-C8D8-6742-258593D666AC}"/>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7070BA4-6C21-DF95-D5F6-0DFC0D7508C5}"/>
              </a:ext>
            </a:extLst>
          </p:cNvPr>
          <p:cNvSpPr>
            <a:spLocks noGrp="1"/>
          </p:cNvSpPr>
          <p:nvPr>
            <p:ph type="title"/>
          </p:nvPr>
        </p:nvSpPr>
        <p:spPr>
          <a:xfrm>
            <a:off x="3556922" y="-218831"/>
            <a:ext cx="4000555" cy="1144800"/>
          </a:xfrm>
        </p:spPr>
        <p:txBody>
          <a:bodyPr/>
          <a:lstStyle/>
          <a:p>
            <a:r>
              <a:rPr lang="vi-VN" sz="3200" b="1" dirty="0" err="1">
                <a:solidFill>
                  <a:schemeClr val="bg1"/>
                </a:solidFill>
              </a:rPr>
              <a:t>Timeline</a:t>
            </a:r>
            <a:r>
              <a:rPr lang="vi-VN" sz="3200" b="1" dirty="0">
                <a:solidFill>
                  <a:schemeClr val="bg1"/>
                </a:solidFill>
              </a:rPr>
              <a:t> dự kiến</a:t>
            </a:r>
          </a:p>
        </p:txBody>
      </p:sp>
      <p:pic>
        <p:nvPicPr>
          <p:cNvPr id="7" name="Hình ảnh 6" descr="Hình ảnh Lập Kế Hoạch Tiến độ Dự án để đạt được Mục Tiêu Khái Niệm Thiết Kế  PNG , Lịch Trình, Dự án, Chiến Lược PNG trong suốt và Vector để">
            <a:extLst>
              <a:ext uri="{FF2B5EF4-FFF2-40B4-BE49-F238E27FC236}">
                <a16:creationId xmlns:a16="http://schemas.microsoft.com/office/drawing/2014/main" id="{71738046-E087-F56A-D4E7-D7FCC0D61F43}"/>
              </a:ext>
            </a:extLst>
          </p:cNvPr>
          <p:cNvPicPr>
            <a:picLocks noChangeAspect="1"/>
          </p:cNvPicPr>
          <p:nvPr/>
        </p:nvPicPr>
        <p:blipFill>
          <a:blip r:embed="rId2"/>
          <a:stretch>
            <a:fillRect/>
          </a:stretch>
        </p:blipFill>
        <p:spPr>
          <a:xfrm>
            <a:off x="9916749" y="1452099"/>
            <a:ext cx="1821038" cy="1784454"/>
          </a:xfrm>
          <a:prstGeom prst="rect">
            <a:avLst/>
          </a:prstGeom>
        </p:spPr>
      </p:pic>
      <p:graphicFrame>
        <p:nvGraphicFramePr>
          <p:cNvPr id="8" name="Bảng 7">
            <a:extLst>
              <a:ext uri="{FF2B5EF4-FFF2-40B4-BE49-F238E27FC236}">
                <a16:creationId xmlns:a16="http://schemas.microsoft.com/office/drawing/2014/main" id="{3D1B1421-C64E-9BED-7F46-0ABF82ACCFC4}"/>
              </a:ext>
            </a:extLst>
          </p:cNvPr>
          <p:cNvGraphicFramePr>
            <a:graphicFrameLocks noGrp="1"/>
          </p:cNvGraphicFramePr>
          <p:nvPr>
            <p:extLst>
              <p:ext uri="{D42A27DB-BD31-4B8C-83A1-F6EECF244321}">
                <p14:modId xmlns:p14="http://schemas.microsoft.com/office/powerpoint/2010/main" val="4168868126"/>
              </p:ext>
            </p:extLst>
          </p:nvPr>
        </p:nvGraphicFramePr>
        <p:xfrm>
          <a:off x="1164490" y="1661353"/>
          <a:ext cx="8128000" cy="4267245"/>
        </p:xfrm>
        <a:graphic>
          <a:graphicData uri="http://schemas.openxmlformats.org/drawingml/2006/table">
            <a:tbl>
              <a:tblPr firstRow="1" bandRow="1">
                <a:tableStyleId>{5C22544A-7EE6-4342-B048-85BDC9FD1C3A}</a:tableStyleId>
              </a:tblPr>
              <a:tblGrid>
                <a:gridCol w="1805354">
                  <a:extLst>
                    <a:ext uri="{9D8B030D-6E8A-4147-A177-3AD203B41FA5}">
                      <a16:colId xmlns:a16="http://schemas.microsoft.com/office/drawing/2014/main" val="26246712"/>
                    </a:ext>
                  </a:extLst>
                </a:gridCol>
                <a:gridCol w="6322646">
                  <a:extLst>
                    <a:ext uri="{9D8B030D-6E8A-4147-A177-3AD203B41FA5}">
                      <a16:colId xmlns:a16="http://schemas.microsoft.com/office/drawing/2014/main" val="1271716430"/>
                    </a:ext>
                  </a:extLst>
                </a:gridCol>
              </a:tblGrid>
              <a:tr h="6888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600" u="none" strike="noStrike" dirty="0">
                          <a:effectLst/>
                        </a:rPr>
                        <a:t>Thời gian</a:t>
                      </a:r>
                      <a:endParaRPr lang="vi-VN" sz="1600" dirty="0">
                        <a:effectLst/>
                      </a:endParaRPr>
                    </a:p>
                    <a:p>
                      <a:pPr algn="ctr"/>
                      <a:endParaRPr lang="vi-VN"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600" u="none" strike="noStrike" dirty="0">
                          <a:effectLst/>
                        </a:rPr>
                        <a:t>Công việc dự kiến</a:t>
                      </a:r>
                      <a:endParaRPr lang="vi-VN" sz="1600" dirty="0">
                        <a:effectLst/>
                      </a:endParaRPr>
                    </a:p>
                    <a:p>
                      <a:pPr algn="ctr"/>
                      <a:endParaRPr lang="vi-VN" sz="1600" dirty="0"/>
                    </a:p>
                  </a:txBody>
                  <a:tcPr/>
                </a:tc>
                <a:extLst>
                  <a:ext uri="{0D108BD9-81ED-4DB2-BD59-A6C34878D82A}">
                    <a16:rowId xmlns:a16="http://schemas.microsoft.com/office/drawing/2014/main" val="1921625354"/>
                  </a:ext>
                </a:extLst>
              </a:tr>
              <a:tr h="6888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600" u="none" strike="noStrike" dirty="0">
                          <a:effectLst/>
                        </a:rPr>
                        <a:t>Tuần 1-3</a:t>
                      </a:r>
                      <a:endParaRPr lang="vi-VN" sz="1600" dirty="0">
                        <a:effectLst/>
                      </a:endParaRPr>
                    </a:p>
                    <a:p>
                      <a:endParaRPr lang="vi-VN" sz="1600" dirty="0"/>
                    </a:p>
                  </a:txBody>
                  <a:tcPr/>
                </a:tc>
                <a:tc>
                  <a:txBody>
                    <a:bodyPr/>
                    <a:lstStyle/>
                    <a:p>
                      <a:pPr rtl="0"/>
                      <a:r>
                        <a:rPr lang="vi-VN" sz="1600" b="0" i="0" u="none" strike="noStrike" kern="1200" dirty="0">
                          <a:solidFill>
                            <a:schemeClr val="dk1"/>
                          </a:solidFill>
                          <a:effectLst/>
                          <a:latin typeface="+mn-lt"/>
                          <a:ea typeface="+mn-ea"/>
                          <a:cs typeface="+mn-cs"/>
                        </a:rPr>
                        <a:t>Làm </a:t>
                      </a:r>
                      <a:r>
                        <a:rPr lang="vi-VN" sz="1600" b="0" i="0" u="none" strike="noStrike" kern="1200" dirty="0" err="1">
                          <a:solidFill>
                            <a:schemeClr val="dk1"/>
                          </a:solidFill>
                          <a:effectLst/>
                          <a:latin typeface="+mn-lt"/>
                          <a:ea typeface="+mn-ea"/>
                          <a:cs typeface="+mn-cs"/>
                        </a:rPr>
                        <a:t>slide</a:t>
                      </a:r>
                      <a:r>
                        <a:rPr lang="vi-VN" sz="1600" b="0" i="0" u="none" strike="noStrike" kern="1200" dirty="0">
                          <a:solidFill>
                            <a:schemeClr val="dk1"/>
                          </a:solidFill>
                          <a:effectLst/>
                          <a:latin typeface="+mn-lt"/>
                          <a:ea typeface="+mn-ea"/>
                          <a:cs typeface="+mn-cs"/>
                        </a:rPr>
                        <a:t> giới thiệu thành viên nhóm , tìm hiểu đề tài , yêu cầu</a:t>
                      </a:r>
                      <a:endParaRPr lang="vi-VN" sz="1600" b="0" dirty="0">
                        <a:effectLst/>
                      </a:endParaRPr>
                    </a:p>
                    <a:p>
                      <a:pPr rtl="0"/>
                      <a:r>
                        <a:rPr lang="vi-VN" sz="1600" b="0" i="0" u="none" strike="noStrike" kern="1200" dirty="0">
                          <a:solidFill>
                            <a:schemeClr val="dk1"/>
                          </a:solidFill>
                          <a:effectLst/>
                          <a:latin typeface="+mn-lt"/>
                          <a:ea typeface="+mn-ea"/>
                          <a:cs typeface="+mn-cs"/>
                        </a:rPr>
                        <a:t>khách hàng , đề ra yêu cầu cơ bản cho đề tài</a:t>
                      </a:r>
                      <a:endParaRPr lang="vi-VN" sz="1600" dirty="0"/>
                    </a:p>
                  </a:txBody>
                  <a:tcPr/>
                </a:tc>
                <a:extLst>
                  <a:ext uri="{0D108BD9-81ED-4DB2-BD59-A6C34878D82A}">
                    <a16:rowId xmlns:a16="http://schemas.microsoft.com/office/drawing/2014/main" val="3146060531"/>
                  </a:ext>
                </a:extLst>
              </a:tr>
              <a:tr h="6888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600" u="none" strike="noStrike" dirty="0">
                          <a:effectLst/>
                        </a:rPr>
                        <a:t>Tuần 4-6</a:t>
                      </a:r>
                      <a:endParaRPr lang="vi-VN" sz="1600" dirty="0">
                        <a:effectLst/>
                      </a:endParaRPr>
                    </a:p>
                    <a:p>
                      <a:endParaRPr lang="vi-VN" sz="1600" dirty="0"/>
                    </a:p>
                  </a:txBody>
                  <a:tcPr/>
                </a:tc>
                <a:tc>
                  <a:txBody>
                    <a:bodyPr/>
                    <a:lstStyle/>
                    <a:p>
                      <a:r>
                        <a:rPr lang="vi-VN" sz="1600" b="0" i="0" u="none" strike="noStrike" kern="1200" dirty="0">
                          <a:solidFill>
                            <a:schemeClr val="dk1"/>
                          </a:solidFill>
                          <a:effectLst/>
                          <a:latin typeface="+mn-lt"/>
                          <a:ea typeface="+mn-ea"/>
                          <a:cs typeface="+mn-cs"/>
                        </a:rPr>
                        <a:t>Làm rõ yêu cầu chức năng và phi chức năng của hệ thống, thiết kế sơ đồ, lập sơ bộ </a:t>
                      </a:r>
                      <a:r>
                        <a:rPr lang="vi-VN" sz="1600" b="0" i="0" u="none" strike="noStrike" kern="1200" dirty="0" err="1">
                          <a:solidFill>
                            <a:schemeClr val="dk1"/>
                          </a:solidFill>
                          <a:effectLst/>
                          <a:latin typeface="+mn-lt"/>
                          <a:ea typeface="+mn-ea"/>
                          <a:cs typeface="+mn-cs"/>
                        </a:rPr>
                        <a:t>database</a:t>
                      </a:r>
                      <a:endParaRPr lang="vi-VN" sz="1600" dirty="0"/>
                    </a:p>
                  </a:txBody>
                  <a:tcPr/>
                </a:tc>
                <a:extLst>
                  <a:ext uri="{0D108BD9-81ED-4DB2-BD59-A6C34878D82A}">
                    <a16:rowId xmlns:a16="http://schemas.microsoft.com/office/drawing/2014/main" val="3807291876"/>
                  </a:ext>
                </a:extLst>
              </a:tr>
              <a:tr h="6888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600" u="none" strike="noStrike" dirty="0">
                          <a:effectLst/>
                        </a:rPr>
                        <a:t>Tuần 7-10</a:t>
                      </a:r>
                      <a:endParaRPr lang="vi-VN" sz="1600" dirty="0">
                        <a:effectLst/>
                      </a:endParaRPr>
                    </a:p>
                    <a:p>
                      <a:endParaRPr lang="vi-VN" sz="1600" dirty="0"/>
                    </a:p>
                  </a:txBody>
                  <a:tcPr/>
                </a:tc>
                <a:tc>
                  <a:txBody>
                    <a:bodyPr/>
                    <a:lstStyle/>
                    <a:p>
                      <a:r>
                        <a:rPr lang="vi-VN" sz="1600" b="0" i="0" u="none" strike="noStrike" kern="1200" dirty="0">
                          <a:solidFill>
                            <a:schemeClr val="dk1"/>
                          </a:solidFill>
                          <a:effectLst/>
                          <a:latin typeface="+mn-lt"/>
                          <a:ea typeface="+mn-ea"/>
                          <a:cs typeface="+mn-cs"/>
                        </a:rPr>
                        <a:t>Triển khai đề tài , làm báo cáo giữa kỳ</a:t>
                      </a:r>
                      <a:endParaRPr lang="vi-VN" sz="1600" dirty="0"/>
                    </a:p>
                  </a:txBody>
                  <a:tcPr/>
                </a:tc>
                <a:extLst>
                  <a:ext uri="{0D108BD9-81ED-4DB2-BD59-A6C34878D82A}">
                    <a16:rowId xmlns:a16="http://schemas.microsoft.com/office/drawing/2014/main" val="176055598"/>
                  </a:ext>
                </a:extLst>
              </a:tr>
              <a:tr h="6888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600" u="none" strike="noStrike" dirty="0">
                          <a:effectLst/>
                        </a:rPr>
                        <a:t>Tuần 11-13</a:t>
                      </a:r>
                      <a:endParaRPr lang="vi-VN" sz="1600" dirty="0">
                        <a:effectLst/>
                      </a:endParaRPr>
                    </a:p>
                    <a:p>
                      <a:endParaRPr lang="vi-VN" sz="1600" dirty="0"/>
                    </a:p>
                  </a:txBody>
                  <a:tcPr/>
                </a:tc>
                <a:tc>
                  <a:txBody>
                    <a:bodyPr/>
                    <a:lstStyle/>
                    <a:p>
                      <a:pPr rtl="0"/>
                      <a:r>
                        <a:rPr lang="vi-VN" sz="1600" b="0" i="0" u="none" strike="noStrike" kern="1200" dirty="0">
                          <a:solidFill>
                            <a:schemeClr val="dk1"/>
                          </a:solidFill>
                          <a:effectLst/>
                          <a:latin typeface="+mn-lt"/>
                          <a:ea typeface="+mn-ea"/>
                          <a:cs typeface="+mn-cs"/>
                        </a:rPr>
                        <a:t>Hoàn thiện sản phẩm, kiểm tra, đối chiếu với yêu cầu kỹ thuật đề ra (chỉnh sửa nếu cần)</a:t>
                      </a:r>
                      <a:endParaRPr lang="vi-VN" sz="1600" b="0" dirty="0">
                        <a:effectLst/>
                      </a:endParaRPr>
                    </a:p>
                    <a:p>
                      <a:r>
                        <a:rPr lang="vi-VN" sz="1600" b="0" i="0" u="none" strike="noStrike" kern="1200" dirty="0">
                          <a:solidFill>
                            <a:schemeClr val="dk1"/>
                          </a:solidFill>
                          <a:effectLst/>
                          <a:latin typeface="+mn-lt"/>
                          <a:ea typeface="+mn-ea"/>
                          <a:cs typeface="+mn-cs"/>
                        </a:rPr>
                        <a:t>Thu nhập </a:t>
                      </a:r>
                      <a:r>
                        <a:rPr lang="vi-VN" sz="1600" b="0" i="0" u="none" strike="noStrike" kern="1200" dirty="0" err="1">
                          <a:solidFill>
                            <a:schemeClr val="dk1"/>
                          </a:solidFill>
                          <a:effectLst/>
                          <a:latin typeface="+mn-lt"/>
                          <a:ea typeface="+mn-ea"/>
                          <a:cs typeface="+mn-cs"/>
                        </a:rPr>
                        <a:t>feedback</a:t>
                      </a:r>
                      <a:r>
                        <a:rPr lang="vi-VN" sz="1600" b="0" i="0" u="none" strike="noStrike" kern="1200" dirty="0">
                          <a:solidFill>
                            <a:schemeClr val="dk1"/>
                          </a:solidFill>
                          <a:effectLst/>
                          <a:latin typeface="+mn-lt"/>
                          <a:ea typeface="+mn-ea"/>
                          <a:cs typeface="+mn-cs"/>
                        </a:rPr>
                        <a:t> , phản  hồi của khách hàng</a:t>
                      </a:r>
                      <a:endParaRPr lang="vi-VN" sz="1600" dirty="0"/>
                    </a:p>
                  </a:txBody>
                  <a:tcPr/>
                </a:tc>
                <a:extLst>
                  <a:ext uri="{0D108BD9-81ED-4DB2-BD59-A6C34878D82A}">
                    <a16:rowId xmlns:a16="http://schemas.microsoft.com/office/drawing/2014/main" val="2122421330"/>
                  </a:ext>
                </a:extLst>
              </a:tr>
              <a:tr h="6888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600" u="none" strike="noStrike" dirty="0">
                          <a:effectLst/>
                        </a:rPr>
                        <a:t>Tuần 14</a:t>
                      </a:r>
                      <a:endParaRPr lang="vi-VN" sz="1600" dirty="0">
                        <a:effectLst/>
                      </a:endParaRPr>
                    </a:p>
                    <a:p>
                      <a:endParaRPr lang="vi-VN" sz="1600" dirty="0"/>
                    </a:p>
                  </a:txBody>
                  <a:tcPr/>
                </a:tc>
                <a:tc>
                  <a:txBody>
                    <a:bodyPr/>
                    <a:lstStyle/>
                    <a:p>
                      <a:r>
                        <a:rPr lang="vi-VN" sz="1600" b="0" i="0" u="none" strike="noStrike" kern="1200" dirty="0">
                          <a:solidFill>
                            <a:schemeClr val="dk1"/>
                          </a:solidFill>
                          <a:effectLst/>
                          <a:latin typeface="+mn-lt"/>
                          <a:ea typeface="+mn-ea"/>
                          <a:cs typeface="+mn-cs"/>
                        </a:rPr>
                        <a:t>Viết báo cáo cuối kỳ</a:t>
                      </a:r>
                      <a:endParaRPr lang="vi-VN" sz="1600" dirty="0"/>
                    </a:p>
                  </a:txBody>
                  <a:tcPr/>
                </a:tc>
                <a:extLst>
                  <a:ext uri="{0D108BD9-81ED-4DB2-BD59-A6C34878D82A}">
                    <a16:rowId xmlns:a16="http://schemas.microsoft.com/office/drawing/2014/main" val="633420069"/>
                  </a:ext>
                </a:extLst>
              </a:tr>
            </a:tbl>
          </a:graphicData>
        </a:graphic>
      </p:graphicFrame>
    </p:spTree>
    <p:extLst>
      <p:ext uri="{BB962C8B-B14F-4D97-AF65-F5344CB8AC3E}">
        <p14:creationId xmlns:p14="http://schemas.microsoft.com/office/powerpoint/2010/main" val="26924959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extShape 1"/>
          <p:cNvSpPr txBox="1"/>
          <p:nvPr/>
        </p:nvSpPr>
        <p:spPr>
          <a:xfrm>
            <a:off x="6396407" y="3276600"/>
            <a:ext cx="5553072" cy="3176760"/>
          </a:xfrm>
          <a:prstGeom prst="rect">
            <a:avLst/>
          </a:prstGeom>
          <a:noFill/>
          <a:ln>
            <a:noFill/>
          </a:ln>
        </p:spPr>
        <p:txBody>
          <a:bodyPr lIns="90000" tIns="45000" rIns="90000" bIns="45000">
            <a:noAutofit/>
          </a:bodyPr>
          <a:lstStyle/>
          <a:p>
            <a:pPr marL="342900" indent="-342900">
              <a:buFont typeface="Wingdings" panose="05000000000000000000" pitchFamily="2" charset="2"/>
              <a:buChar char="q"/>
            </a:pPr>
            <a:r>
              <a:rPr lang="vi-VN" sz="2400" b="0" strike="noStrike" spc="-1">
                <a:solidFill>
                  <a:srgbClr val="FF0000"/>
                </a:solidFill>
                <a:latin typeface="Calibri"/>
              </a:rPr>
              <a:t>Đặt vấn đề</a:t>
            </a:r>
          </a:p>
          <a:p>
            <a:pPr marL="342900" indent="-342900">
              <a:buFont typeface="Wingdings" panose="05000000000000000000" pitchFamily="2" charset="2"/>
              <a:buChar char="q"/>
            </a:pPr>
            <a:r>
              <a:rPr lang="vi-VN" sz="2400" spc="-1">
                <a:solidFill>
                  <a:srgbClr val="FF0000"/>
                </a:solidFill>
                <a:latin typeface="Calibri"/>
              </a:rPr>
              <a:t>Mục tiêu &amp; yêu cầu</a:t>
            </a:r>
            <a:endParaRPr lang="en-US" sz="2400" b="0" strike="noStrike" spc="-1">
              <a:solidFill>
                <a:srgbClr val="FF0000"/>
              </a:solidFill>
              <a:latin typeface="Calibri"/>
            </a:endParaRPr>
          </a:p>
        </p:txBody>
      </p:sp>
      <p:sp>
        <p:nvSpPr>
          <p:cNvPr id="318" name="TextShape 2"/>
          <p:cNvSpPr txBox="1"/>
          <p:nvPr/>
        </p:nvSpPr>
        <p:spPr>
          <a:xfrm>
            <a:off x="4558320" y="404280"/>
            <a:ext cx="739116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TextShape 1">
            <a:extLst>
              <a:ext uri="{FF2B5EF4-FFF2-40B4-BE49-F238E27FC236}">
                <a16:creationId xmlns:a16="http://schemas.microsoft.com/office/drawing/2014/main" id="{4EF926AB-5E2C-ACF6-3050-D04E6AB65FC2}"/>
              </a:ext>
            </a:extLst>
          </p:cNvPr>
          <p:cNvSpPr txBox="1"/>
          <p:nvPr/>
        </p:nvSpPr>
        <p:spPr>
          <a:xfrm>
            <a:off x="5546727" y="2269251"/>
            <a:ext cx="5553072" cy="1293802"/>
          </a:xfrm>
          <a:prstGeom prst="rect">
            <a:avLst/>
          </a:prstGeom>
          <a:noFill/>
          <a:ln>
            <a:noFill/>
          </a:ln>
        </p:spPr>
        <p:txBody>
          <a:bodyPr lIns="90000" tIns="45000" rIns="90000" bIns="45000">
            <a:noAutofit/>
          </a:bodyPr>
          <a:lstStyle/>
          <a:p>
            <a:r>
              <a:rPr lang="en-US" sz="4800" b="0" strike="noStrike" spc="-1">
                <a:solidFill>
                  <a:srgbClr val="FF0000"/>
                </a:solidFill>
                <a:latin typeface="Calibri"/>
              </a:rPr>
              <a:t>II. GIỚI THIỆU ĐỀ TÀI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ộp Văn bản 2">
            <a:extLst>
              <a:ext uri="{FF2B5EF4-FFF2-40B4-BE49-F238E27FC236}">
                <a16:creationId xmlns:a16="http://schemas.microsoft.com/office/drawing/2014/main" id="{F7773D7E-6C7D-547B-D33D-4D51AD43F30F}"/>
              </a:ext>
            </a:extLst>
          </p:cNvPr>
          <p:cNvSpPr txBox="1"/>
          <p:nvPr/>
        </p:nvSpPr>
        <p:spPr>
          <a:xfrm>
            <a:off x="128241" y="79768"/>
            <a:ext cx="2435917" cy="461665"/>
          </a:xfrm>
          <a:prstGeom prst="rect">
            <a:avLst/>
          </a:prstGeom>
          <a:noFill/>
        </p:spPr>
        <p:txBody>
          <a:bodyPr wrap="square">
            <a:spAutoFit/>
          </a:bodyPr>
          <a:lstStyle/>
          <a:p>
            <a:r>
              <a:rPr lang="vi-VN" sz="2400" b="1" i="0" u="none" strike="noStrike">
                <a:solidFill>
                  <a:schemeClr val="bg1"/>
                </a:solidFill>
                <a:effectLst/>
                <a:latin typeface="+mn-lt"/>
              </a:rPr>
              <a:t>Đặt vấn đề</a:t>
            </a:r>
            <a:endParaRPr lang="vi-VN" sz="2400">
              <a:solidFill>
                <a:schemeClr val="bg1"/>
              </a:solidFill>
            </a:endParaRPr>
          </a:p>
        </p:txBody>
      </p:sp>
      <p:sp>
        <p:nvSpPr>
          <p:cNvPr id="9" name="Hộp Văn bản 8">
            <a:extLst>
              <a:ext uri="{FF2B5EF4-FFF2-40B4-BE49-F238E27FC236}">
                <a16:creationId xmlns:a16="http://schemas.microsoft.com/office/drawing/2014/main" id="{626B0427-C4BF-8B7D-7A79-B39B7900BB34}"/>
              </a:ext>
            </a:extLst>
          </p:cNvPr>
          <p:cNvSpPr txBox="1"/>
          <p:nvPr/>
        </p:nvSpPr>
        <p:spPr>
          <a:xfrm>
            <a:off x="66857" y="763676"/>
            <a:ext cx="2839059" cy="369332"/>
          </a:xfrm>
          <a:prstGeom prst="rect">
            <a:avLst/>
          </a:prstGeom>
          <a:noFill/>
          <a:effectLst>
            <a:outerShdw blurRad="50800" dist="38100" dir="16200000" rotWithShape="0">
              <a:prstClr val="black">
                <a:alpha val="40000"/>
              </a:prstClr>
            </a:outerShdw>
          </a:effectLst>
        </p:spPr>
        <p:txBody>
          <a:bodyPr wrap="square">
            <a:spAutoFit/>
          </a:bodyPr>
          <a:lstStyle/>
          <a:p>
            <a:pPr marL="285750" indent="-285750">
              <a:buFont typeface="Wingdings" panose="05000000000000000000" pitchFamily="2" charset="2"/>
              <a:buChar char="v"/>
            </a:pPr>
            <a:r>
              <a:rPr lang="vi-VN" b="1">
                <a:solidFill>
                  <a:schemeClr val="bg1"/>
                </a:solidFill>
              </a:rPr>
              <a:t> Thực trạng hiện nay</a:t>
            </a:r>
            <a:endParaRPr lang="vi-VN">
              <a:solidFill>
                <a:schemeClr val="bg1"/>
              </a:solidFill>
            </a:endParaRPr>
          </a:p>
        </p:txBody>
      </p:sp>
      <p:sp>
        <p:nvSpPr>
          <p:cNvPr id="11" name="Hộp Văn bản 10">
            <a:extLst>
              <a:ext uri="{FF2B5EF4-FFF2-40B4-BE49-F238E27FC236}">
                <a16:creationId xmlns:a16="http://schemas.microsoft.com/office/drawing/2014/main" id="{EB702818-01D8-CA1E-8DA3-B758E19C791C}"/>
              </a:ext>
            </a:extLst>
          </p:cNvPr>
          <p:cNvSpPr txBox="1"/>
          <p:nvPr/>
        </p:nvSpPr>
        <p:spPr>
          <a:xfrm>
            <a:off x="729983" y="2140740"/>
            <a:ext cx="2175933" cy="923330"/>
          </a:xfrm>
          <a:prstGeom prst="rect">
            <a:avLst/>
          </a:prstGeom>
          <a:noFill/>
        </p:spPr>
        <p:txBody>
          <a:bodyPr wrap="square">
            <a:spAutoFit/>
          </a:bodyPr>
          <a:lstStyle/>
          <a:p>
            <a:pPr>
              <a:lnSpc>
                <a:spcPct val="100000"/>
              </a:lnSpc>
              <a:buNone/>
            </a:pPr>
            <a:r>
              <a:rPr lang="vi-VN">
                <a:cs typeface="Times New Roman" panose="02020603050405020304" pitchFamily="18" charset="0"/>
              </a:rPr>
              <a:t>G</a:t>
            </a:r>
            <a:r>
              <a:rPr lang="vi-VN">
                <a:effectLst/>
                <a:latin typeface="+mn-lt"/>
                <a:cs typeface="Times New Roman" panose="02020603050405020304" pitchFamily="18" charset="0"/>
              </a:rPr>
              <a:t>ặp rất nhiều khó khăn khi quản lý các thiết bị y tế</a:t>
            </a:r>
            <a:endParaRPr lang="vi-VN">
              <a:effectLst/>
              <a:latin typeface="Aptos" panose="020F0502020204030204" pitchFamily="34" charset="0"/>
              <a:cs typeface="Times New Roman" panose="02020603050405020304" pitchFamily="18" charset="0"/>
            </a:endParaRPr>
          </a:p>
        </p:txBody>
      </p:sp>
      <p:sp>
        <p:nvSpPr>
          <p:cNvPr id="13" name="Hộp Văn bản 12">
            <a:extLst>
              <a:ext uri="{FF2B5EF4-FFF2-40B4-BE49-F238E27FC236}">
                <a16:creationId xmlns:a16="http://schemas.microsoft.com/office/drawing/2014/main" id="{1ECD7594-EA53-4C4E-C5FE-11280E2B93D2}"/>
              </a:ext>
            </a:extLst>
          </p:cNvPr>
          <p:cNvSpPr txBox="1"/>
          <p:nvPr/>
        </p:nvSpPr>
        <p:spPr>
          <a:xfrm>
            <a:off x="5107515" y="1816916"/>
            <a:ext cx="2540000" cy="1477328"/>
          </a:xfrm>
          <a:prstGeom prst="rect">
            <a:avLst/>
          </a:prstGeom>
          <a:noFill/>
        </p:spPr>
        <p:txBody>
          <a:bodyPr wrap="square">
            <a:spAutoFit/>
          </a:bodyPr>
          <a:lstStyle/>
          <a:p>
            <a:pPr>
              <a:lnSpc>
                <a:spcPct val="100000"/>
              </a:lnSpc>
              <a:buNone/>
            </a:pPr>
            <a:r>
              <a:rPr lang="vi-VN">
                <a:effectLst/>
                <a:latin typeface="+mn-lt"/>
                <a:cs typeface="Times New Roman" panose="02020603050405020304" pitchFamily="18" charset="0"/>
              </a:rPr>
              <a:t>Có nhiều loại máy móc như máy siêu âm ,nội soi…. có quy trình bảo quản và sử dụng khác nhau</a:t>
            </a:r>
            <a:endParaRPr lang="vi-VN">
              <a:effectLst/>
              <a:latin typeface="Aptos" panose="020B0004020202020204" pitchFamily="34" charset="0"/>
              <a:cs typeface="Times New Roman" panose="02020603050405020304" pitchFamily="18" charset="0"/>
            </a:endParaRPr>
          </a:p>
        </p:txBody>
      </p:sp>
      <p:sp>
        <p:nvSpPr>
          <p:cNvPr id="15" name="Hộp Văn bản 14">
            <a:extLst>
              <a:ext uri="{FF2B5EF4-FFF2-40B4-BE49-F238E27FC236}">
                <a16:creationId xmlns:a16="http://schemas.microsoft.com/office/drawing/2014/main" id="{882D725D-4901-899B-37C2-E098E732D828}"/>
              </a:ext>
            </a:extLst>
          </p:cNvPr>
          <p:cNvSpPr txBox="1"/>
          <p:nvPr/>
        </p:nvSpPr>
        <p:spPr>
          <a:xfrm>
            <a:off x="2279648" y="3877888"/>
            <a:ext cx="2624667" cy="1477328"/>
          </a:xfrm>
          <a:prstGeom prst="rect">
            <a:avLst/>
          </a:prstGeom>
          <a:noFill/>
        </p:spPr>
        <p:txBody>
          <a:bodyPr wrap="square">
            <a:spAutoFit/>
          </a:bodyPr>
          <a:lstStyle/>
          <a:p>
            <a:pPr>
              <a:lnSpc>
                <a:spcPct val="100000"/>
              </a:lnSpc>
              <a:buNone/>
            </a:pPr>
            <a:r>
              <a:rPr lang="vi-VN">
                <a:effectLst/>
                <a:latin typeface="+mn-lt"/>
                <a:cs typeface="Times New Roman" panose="02020603050405020304" pitchFamily="18" charset="0"/>
              </a:rPr>
              <a:t>Các thiết bị y tế ngày càng phức tạp đòi hỏi phải có hiểu biết nhất đinh trong việc sử dụng và bảo quản</a:t>
            </a:r>
            <a:endParaRPr lang="vi-VN">
              <a:effectLst/>
              <a:latin typeface="Aptos" panose="020B0004020202020204" pitchFamily="34" charset="0"/>
              <a:cs typeface="Times New Roman" panose="02020603050405020304" pitchFamily="18" charset="0"/>
            </a:endParaRPr>
          </a:p>
        </p:txBody>
      </p:sp>
      <p:sp>
        <p:nvSpPr>
          <p:cNvPr id="17" name="Hộp Văn bản 16">
            <a:extLst>
              <a:ext uri="{FF2B5EF4-FFF2-40B4-BE49-F238E27FC236}">
                <a16:creationId xmlns:a16="http://schemas.microsoft.com/office/drawing/2014/main" id="{DB368D40-F85C-D3BA-09D3-03E7D5AE78A2}"/>
              </a:ext>
            </a:extLst>
          </p:cNvPr>
          <p:cNvSpPr txBox="1"/>
          <p:nvPr/>
        </p:nvSpPr>
        <p:spPr>
          <a:xfrm>
            <a:off x="7476065" y="3877888"/>
            <a:ext cx="2624667" cy="1200329"/>
          </a:xfrm>
          <a:prstGeom prst="rect">
            <a:avLst/>
          </a:prstGeom>
          <a:noFill/>
        </p:spPr>
        <p:txBody>
          <a:bodyPr wrap="square">
            <a:spAutoFit/>
          </a:bodyPr>
          <a:lstStyle/>
          <a:p>
            <a:pPr>
              <a:lnSpc>
                <a:spcPct val="100000"/>
              </a:lnSpc>
              <a:buNone/>
            </a:pPr>
            <a:r>
              <a:rPr lang="vi-VN">
                <a:effectLst/>
                <a:latin typeface="+mn-lt"/>
                <a:cs typeface="Times New Roman" panose="02020603050405020304" pitchFamily="18" charset="0"/>
              </a:rPr>
              <a:t>Nhiều thiết bị gặp lỗi cần bảo trì ,sửa chữa hoặc cần được thay mới</a:t>
            </a:r>
            <a:endParaRPr lang="vi-VN">
              <a:effectLst/>
              <a:latin typeface="Aptos" panose="020B0004020202020204" pitchFamily="34" charset="0"/>
              <a:cs typeface="Times New Roman" panose="02020603050405020304" pitchFamily="18" charset="0"/>
            </a:endParaRPr>
          </a:p>
        </p:txBody>
      </p:sp>
      <p:sp>
        <p:nvSpPr>
          <p:cNvPr id="19" name="Hộp Văn bản 18">
            <a:extLst>
              <a:ext uri="{FF2B5EF4-FFF2-40B4-BE49-F238E27FC236}">
                <a16:creationId xmlns:a16="http://schemas.microsoft.com/office/drawing/2014/main" id="{A8E9D933-F35A-7FE5-9F5C-0FD6334C74E4}"/>
              </a:ext>
            </a:extLst>
          </p:cNvPr>
          <p:cNvSpPr txBox="1"/>
          <p:nvPr/>
        </p:nvSpPr>
        <p:spPr>
          <a:xfrm>
            <a:off x="9787465" y="1914156"/>
            <a:ext cx="1676401" cy="1200329"/>
          </a:xfrm>
          <a:prstGeom prst="rect">
            <a:avLst/>
          </a:prstGeom>
          <a:noFill/>
        </p:spPr>
        <p:txBody>
          <a:bodyPr wrap="square">
            <a:spAutoFit/>
          </a:bodyPr>
          <a:lstStyle/>
          <a:p>
            <a:r>
              <a:rPr lang="vi-VN">
                <a:cs typeface="Times New Roman" panose="02020603050405020304" pitchFamily="18" charset="0"/>
              </a:rPr>
              <a:t>T</a:t>
            </a:r>
            <a:r>
              <a:rPr lang="vi-VN">
                <a:effectLst/>
                <a:latin typeface="+mn-lt"/>
                <a:cs typeface="Times New Roman" panose="02020603050405020304" pitchFamily="18" charset="0"/>
              </a:rPr>
              <a:t>hiết  bị y tế có giá thành vô cùng đắt đỏ</a:t>
            </a:r>
            <a:endParaRPr lang="vi-VN"/>
          </a:p>
        </p:txBody>
      </p:sp>
      <p:pic>
        <p:nvPicPr>
          <p:cNvPr id="25" name="Hình ảnh 24">
            <a:extLst>
              <a:ext uri="{FF2B5EF4-FFF2-40B4-BE49-F238E27FC236}">
                <a16:creationId xmlns:a16="http://schemas.microsoft.com/office/drawing/2014/main" id="{DC39F564-D7B1-2A72-616A-456FD68C2BB7}"/>
              </a:ext>
            </a:extLst>
          </p:cNvPr>
          <p:cNvPicPr>
            <a:picLocks noChangeAspect="1"/>
          </p:cNvPicPr>
          <p:nvPr/>
        </p:nvPicPr>
        <p:blipFill>
          <a:blip r:embed="rId2"/>
          <a:stretch>
            <a:fillRect/>
          </a:stretch>
        </p:blipFill>
        <p:spPr>
          <a:xfrm>
            <a:off x="5555718" y="3887889"/>
            <a:ext cx="1285875" cy="1457325"/>
          </a:xfrm>
          <a:prstGeom prst="rect">
            <a:avLst/>
          </a:prstGeom>
        </p:spPr>
      </p:pic>
      <p:pic>
        <p:nvPicPr>
          <p:cNvPr id="26" name="Hình ảnh 25">
            <a:extLst>
              <a:ext uri="{FF2B5EF4-FFF2-40B4-BE49-F238E27FC236}">
                <a16:creationId xmlns:a16="http://schemas.microsoft.com/office/drawing/2014/main" id="{527A65F6-5F2C-CFB4-FE6C-2E571BF8957F}"/>
              </a:ext>
            </a:extLst>
          </p:cNvPr>
          <p:cNvPicPr>
            <a:picLocks noChangeAspect="1"/>
          </p:cNvPicPr>
          <p:nvPr/>
        </p:nvPicPr>
        <p:blipFill>
          <a:blip r:embed="rId3"/>
          <a:stretch>
            <a:fillRect/>
          </a:stretch>
        </p:blipFill>
        <p:spPr>
          <a:xfrm>
            <a:off x="386109" y="3877888"/>
            <a:ext cx="1638300" cy="1323975"/>
          </a:xfrm>
          <a:prstGeom prst="rect">
            <a:avLst/>
          </a:prstGeom>
        </p:spPr>
      </p:pic>
      <p:pic>
        <p:nvPicPr>
          <p:cNvPr id="27" name="Hình ảnh 26">
            <a:extLst>
              <a:ext uri="{FF2B5EF4-FFF2-40B4-BE49-F238E27FC236}">
                <a16:creationId xmlns:a16="http://schemas.microsoft.com/office/drawing/2014/main" id="{BE40F898-E1D3-B436-D9B0-53F674A00C9B}"/>
              </a:ext>
            </a:extLst>
          </p:cNvPr>
          <p:cNvPicPr>
            <a:picLocks noChangeAspect="1"/>
          </p:cNvPicPr>
          <p:nvPr/>
        </p:nvPicPr>
        <p:blipFill>
          <a:blip r:embed="rId4"/>
          <a:stretch>
            <a:fillRect/>
          </a:stretch>
        </p:blipFill>
        <p:spPr>
          <a:xfrm>
            <a:off x="7945965" y="1955415"/>
            <a:ext cx="1543050" cy="1457325"/>
          </a:xfrm>
          <a:prstGeom prst="rect">
            <a:avLst/>
          </a:prstGeom>
        </p:spPr>
      </p:pic>
      <p:pic>
        <p:nvPicPr>
          <p:cNvPr id="28" name="Hình ảnh 27">
            <a:extLst>
              <a:ext uri="{FF2B5EF4-FFF2-40B4-BE49-F238E27FC236}">
                <a16:creationId xmlns:a16="http://schemas.microsoft.com/office/drawing/2014/main" id="{8A8F095D-80D8-5B61-8858-C7850EE8E687}"/>
              </a:ext>
            </a:extLst>
          </p:cNvPr>
          <p:cNvPicPr>
            <a:picLocks noChangeAspect="1"/>
          </p:cNvPicPr>
          <p:nvPr/>
        </p:nvPicPr>
        <p:blipFill>
          <a:blip r:embed="rId5"/>
          <a:stretch>
            <a:fillRect/>
          </a:stretch>
        </p:blipFill>
        <p:spPr>
          <a:xfrm>
            <a:off x="3204367" y="1854103"/>
            <a:ext cx="1226081" cy="15866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B8EB0-8975-D647-BFDB-CDD64077B83F}"/>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09A566C7-429F-81F6-15D5-72C270576F6A}"/>
              </a:ext>
            </a:extLst>
          </p:cNvPr>
          <p:cNvSpPr txBox="1"/>
          <p:nvPr/>
        </p:nvSpPr>
        <p:spPr>
          <a:xfrm>
            <a:off x="144995" y="86264"/>
            <a:ext cx="3144669" cy="656829"/>
          </a:xfrm>
          <a:prstGeom prst="rect">
            <a:avLst/>
          </a:prstGeom>
          <a:noFill/>
          <a:ln>
            <a:noFill/>
          </a:ln>
        </p:spPr>
        <p:txBody>
          <a:bodyPr lIns="90000" tIns="45000" rIns="90000" bIns="45000">
            <a:noAutofit/>
          </a:bodyPr>
          <a:lstStyle/>
          <a:p>
            <a:r>
              <a:rPr lang="vi-VN" sz="2400" b="1" spc="-1">
                <a:solidFill>
                  <a:schemeClr val="bg1"/>
                </a:solidFill>
                <a:latin typeface="Calibri"/>
              </a:rPr>
              <a:t>Đặt vấn đề</a:t>
            </a:r>
            <a:endParaRPr lang="en-US" sz="2400" b="1" strike="noStrike" spc="-1">
              <a:solidFill>
                <a:schemeClr val="bg1"/>
              </a:solidFill>
              <a:latin typeface="Calibri"/>
            </a:endParaRPr>
          </a:p>
        </p:txBody>
      </p:sp>
      <p:sp>
        <p:nvSpPr>
          <p:cNvPr id="3" name="Hộp Văn bản 2">
            <a:extLst>
              <a:ext uri="{FF2B5EF4-FFF2-40B4-BE49-F238E27FC236}">
                <a16:creationId xmlns:a16="http://schemas.microsoft.com/office/drawing/2014/main" id="{208D1E06-9A33-07B2-7732-46DD19F988AB}"/>
              </a:ext>
            </a:extLst>
          </p:cNvPr>
          <p:cNvSpPr txBox="1"/>
          <p:nvPr/>
        </p:nvSpPr>
        <p:spPr>
          <a:xfrm>
            <a:off x="362374" y="1333603"/>
            <a:ext cx="6045199" cy="2031325"/>
          </a:xfrm>
          <a:prstGeom prst="rect">
            <a:avLst/>
          </a:prstGeom>
          <a:noFill/>
        </p:spPr>
        <p:txBody>
          <a:bodyPr wrap="square">
            <a:spAutoFit/>
          </a:bodyPr>
          <a:lstStyle/>
          <a:p>
            <a:pPr marL="342900" lvl="0" indent="-342900">
              <a:buFont typeface="Wingdings" panose="05000000000000000000" pitchFamily="2" charset="2"/>
              <a:buChar char="Ø"/>
            </a:pPr>
            <a:r>
              <a:rPr lang="vi-VN"/>
              <a:t>Chuyển đổi toàn bộ hồ sơ thiết bị, nhật ký vận hành và thông số kỹ thuật từ sổ sách thủ công sang cơ sở dữ liệu tập trung.</a:t>
            </a:r>
          </a:p>
          <a:p>
            <a:pPr marL="342900" lvl="0" indent="-342900">
              <a:buFont typeface="Wingdings" panose="05000000000000000000" pitchFamily="2" charset="2"/>
              <a:buChar char="Ø"/>
            </a:pPr>
            <a:r>
              <a:rPr lang="vi-VN"/>
              <a:t>Tự động theo dõi toàn bộ quy trình từ khi nhập kho, phân bổ, sử dụng, bảo trì định kỳ, sửa chữa sự cố cho đến khi thanh lý.</a:t>
            </a:r>
          </a:p>
          <a:p>
            <a:pPr marL="342900" lvl="0" indent="-342900">
              <a:buFont typeface="Wingdings" panose="05000000000000000000" pitchFamily="2" charset="2"/>
              <a:buChar char="Ø"/>
            </a:pPr>
            <a:endParaRPr lang="vi-VN"/>
          </a:p>
        </p:txBody>
      </p:sp>
      <p:pic>
        <p:nvPicPr>
          <p:cNvPr id="7" name="Hình ảnh 6">
            <a:extLst>
              <a:ext uri="{FF2B5EF4-FFF2-40B4-BE49-F238E27FC236}">
                <a16:creationId xmlns:a16="http://schemas.microsoft.com/office/drawing/2014/main" id="{81CF6BC8-EAE3-D13F-3E92-1C36E9D94ADD}"/>
              </a:ext>
            </a:extLst>
          </p:cNvPr>
          <p:cNvPicPr>
            <a:picLocks noChangeAspect="1"/>
          </p:cNvPicPr>
          <p:nvPr/>
        </p:nvPicPr>
        <p:blipFill>
          <a:blip r:embed="rId2"/>
          <a:stretch>
            <a:fillRect/>
          </a:stretch>
        </p:blipFill>
        <p:spPr>
          <a:xfrm>
            <a:off x="7137400" y="1255186"/>
            <a:ext cx="4385733" cy="2394165"/>
          </a:xfrm>
          <a:prstGeom prst="rect">
            <a:avLst/>
          </a:prstGeom>
        </p:spPr>
      </p:pic>
      <p:sp>
        <p:nvSpPr>
          <p:cNvPr id="4" name="Tiêu đề 3">
            <a:extLst>
              <a:ext uri="{FF2B5EF4-FFF2-40B4-BE49-F238E27FC236}">
                <a16:creationId xmlns:a16="http://schemas.microsoft.com/office/drawing/2014/main" id="{1BA40A70-D43B-27CA-8818-026FCA7B4D71}"/>
              </a:ext>
            </a:extLst>
          </p:cNvPr>
          <p:cNvSpPr>
            <a:spLocks noGrp="1"/>
          </p:cNvSpPr>
          <p:nvPr>
            <p:ph type="title"/>
          </p:nvPr>
        </p:nvSpPr>
        <p:spPr>
          <a:xfrm>
            <a:off x="144995" y="676774"/>
            <a:ext cx="3144669" cy="516466"/>
          </a:xfrm>
        </p:spPr>
        <p:txBody>
          <a:bodyPr/>
          <a:lstStyle/>
          <a:p>
            <a:pPr marL="342900" indent="-342900">
              <a:buFont typeface="Wingdings" panose="05000000000000000000" pitchFamily="2" charset="2"/>
              <a:buChar char="§"/>
            </a:pPr>
            <a:r>
              <a:rPr lang="vi-VN" sz="2400" b="1">
                <a:solidFill>
                  <a:schemeClr val="bg1"/>
                </a:solidFill>
              </a:rPr>
              <a:t>Nhu cầu thực tiễn</a:t>
            </a:r>
          </a:p>
        </p:txBody>
      </p:sp>
      <p:sp>
        <p:nvSpPr>
          <p:cNvPr id="9" name="Hộp Văn bản 8">
            <a:extLst>
              <a:ext uri="{FF2B5EF4-FFF2-40B4-BE49-F238E27FC236}">
                <a16:creationId xmlns:a16="http://schemas.microsoft.com/office/drawing/2014/main" id="{7AE2D7A9-D336-CA14-65A0-6C3C9D679AF1}"/>
              </a:ext>
            </a:extLst>
          </p:cNvPr>
          <p:cNvSpPr txBox="1"/>
          <p:nvPr/>
        </p:nvSpPr>
        <p:spPr>
          <a:xfrm>
            <a:off x="3496733" y="3834462"/>
            <a:ext cx="7450666" cy="1754326"/>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vi-VN" sz="1800" b="0" i="0" u="none" strike="noStrike" kern="1200" cap="none" spc="0" normalizeH="0" baseline="0" noProof="0">
                <a:ln>
                  <a:noFill/>
                </a:ln>
                <a:solidFill>
                  <a:prstClr val="black"/>
                </a:solidFill>
                <a:effectLst/>
                <a:uLnTx/>
                <a:uFillTx/>
                <a:latin typeface="Arial"/>
                <a:ea typeface="DejaVu Sans"/>
                <a:cs typeface="DejaVu Sans"/>
              </a:rPr>
              <a:t>Tích hợp tính năng nhắc nhở lịch bảo trì, hiệu chuẩn máy móc định kỳ và cảnh báo khi thiết bị gặp sự cố để đội ngũ kỹ thuật xử lý kịp thời.</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vi-VN" sz="1800" b="0" i="0" u="none" strike="noStrike" kern="1200" cap="none" spc="0" normalizeH="0" baseline="0" noProof="0">
                <a:ln>
                  <a:noFill/>
                </a:ln>
                <a:solidFill>
                  <a:prstClr val="black"/>
                </a:solidFill>
                <a:effectLst/>
                <a:uLnTx/>
                <a:uFillTx/>
                <a:latin typeface="Arial"/>
                <a:ea typeface="DejaVu Sans"/>
                <a:cs typeface="DejaVu Sans"/>
              </a:rPr>
              <a:t>Theo dõi chính xác khấu hao tài sản, chi phí sửa chữa, từ đó hỗ trợ ban lãnh đạo đưa ra quyết định đầu tư, thay mới thiết bị một cách tối ưu và minh bạch.</a:t>
            </a:r>
          </a:p>
        </p:txBody>
      </p:sp>
      <p:pic>
        <p:nvPicPr>
          <p:cNvPr id="10" name="Hình ảnh 9" descr="A medical equipment in a hospital&#10;&#10;AI-generated content may be incorrect.">
            <a:extLst>
              <a:ext uri="{FF2B5EF4-FFF2-40B4-BE49-F238E27FC236}">
                <a16:creationId xmlns:a16="http://schemas.microsoft.com/office/drawing/2014/main" id="{821158D3-6861-5F9C-EC22-629F05CD27A9}"/>
              </a:ext>
            </a:extLst>
          </p:cNvPr>
          <p:cNvPicPr>
            <a:picLocks noChangeAspect="1"/>
          </p:cNvPicPr>
          <p:nvPr/>
        </p:nvPicPr>
        <p:blipFill>
          <a:blip r:embed="rId3"/>
          <a:stretch>
            <a:fillRect/>
          </a:stretch>
        </p:blipFill>
        <p:spPr>
          <a:xfrm>
            <a:off x="1346201" y="3429000"/>
            <a:ext cx="1855821" cy="2565250"/>
          </a:xfrm>
          <a:prstGeom prst="rect">
            <a:avLst/>
          </a:prstGeom>
        </p:spPr>
      </p:pic>
    </p:spTree>
    <p:extLst>
      <p:ext uri="{BB962C8B-B14F-4D97-AF65-F5344CB8AC3E}">
        <p14:creationId xmlns:p14="http://schemas.microsoft.com/office/powerpoint/2010/main" val="951897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ộp Văn bản 2">
            <a:extLst>
              <a:ext uri="{FF2B5EF4-FFF2-40B4-BE49-F238E27FC236}">
                <a16:creationId xmlns:a16="http://schemas.microsoft.com/office/drawing/2014/main" id="{00E0C395-CB8E-585C-DF84-9D7DB384CDDC}"/>
              </a:ext>
            </a:extLst>
          </p:cNvPr>
          <p:cNvSpPr txBox="1"/>
          <p:nvPr/>
        </p:nvSpPr>
        <p:spPr>
          <a:xfrm>
            <a:off x="0" y="70347"/>
            <a:ext cx="3166533" cy="1938992"/>
          </a:xfrm>
          <a:prstGeom prst="rect">
            <a:avLst/>
          </a:prstGeom>
          <a:noFill/>
        </p:spPr>
        <p:txBody>
          <a:bodyPr wrap="square">
            <a:spAutoFit/>
          </a:bodyPr>
          <a:lstStyle/>
          <a:p>
            <a:pPr rtl="0">
              <a:buNone/>
            </a:pPr>
            <a:r>
              <a:rPr lang="vi-VN" sz="2400" b="0" i="0" u="none" strike="noStrike">
                <a:solidFill>
                  <a:schemeClr val="bg1"/>
                </a:solidFill>
                <a:effectLst/>
                <a:latin typeface="+mn-lt"/>
              </a:rPr>
              <a:t> </a:t>
            </a:r>
            <a:r>
              <a:rPr lang="vi-VN" sz="2400" b="1" i="0" u="none" strike="noStrike">
                <a:solidFill>
                  <a:schemeClr val="bg1"/>
                </a:solidFill>
                <a:effectLst/>
                <a:latin typeface="+mn-lt"/>
              </a:rPr>
              <a:t>Mục tiêu &amp; Yêu cầu</a:t>
            </a:r>
            <a:br>
              <a:rPr lang="vi-VN" sz="2400" b="1" i="0" u="none" strike="noStrike">
                <a:solidFill>
                  <a:schemeClr val="tx1"/>
                </a:solidFill>
                <a:effectLst/>
                <a:latin typeface="+mn-lt"/>
              </a:rPr>
            </a:br>
            <a:br>
              <a:rPr lang="vi-VN" sz="2400" b="1" i="0" u="none" strike="noStrike">
                <a:solidFill>
                  <a:schemeClr val="tx1"/>
                </a:solidFill>
                <a:effectLst/>
                <a:latin typeface="+mn-lt"/>
              </a:rPr>
            </a:br>
            <a:endParaRPr lang="vi-VN" sz="2400" b="0">
              <a:effectLst/>
            </a:endParaRPr>
          </a:p>
          <a:p>
            <a:pPr>
              <a:buNone/>
            </a:pPr>
            <a:br>
              <a:rPr lang="vi-VN" sz="2400"/>
            </a:br>
            <a:endParaRPr lang="vi-VN" sz="2400"/>
          </a:p>
        </p:txBody>
      </p:sp>
      <p:sp>
        <p:nvSpPr>
          <p:cNvPr id="5" name="Hộp Văn bản 4">
            <a:extLst>
              <a:ext uri="{FF2B5EF4-FFF2-40B4-BE49-F238E27FC236}">
                <a16:creationId xmlns:a16="http://schemas.microsoft.com/office/drawing/2014/main" id="{03D992CE-452B-6833-D6CE-6CC97DE770AE}"/>
              </a:ext>
            </a:extLst>
          </p:cNvPr>
          <p:cNvSpPr txBox="1"/>
          <p:nvPr/>
        </p:nvSpPr>
        <p:spPr>
          <a:xfrm>
            <a:off x="296334" y="1678563"/>
            <a:ext cx="6883399" cy="3170099"/>
          </a:xfrm>
          <a:prstGeom prst="rect">
            <a:avLst/>
          </a:prstGeom>
          <a:noFill/>
        </p:spPr>
        <p:txBody>
          <a:bodyPr wrap="square">
            <a:spAutoFit/>
          </a:bodyPr>
          <a:lstStyle/>
          <a:p>
            <a:pPr marL="457200" indent="-457200">
              <a:buFont typeface="Symbol" panose="05050102010706020507" pitchFamily="18" charset="2"/>
              <a:buChar char="Þ"/>
            </a:pPr>
            <a:r>
              <a:rPr lang="vi-VN" sz="2800"/>
              <a:t>Xây dựng hệ thống quản lý thiết bị y tế</a:t>
            </a:r>
          </a:p>
          <a:p>
            <a:endParaRPr lang="vi-VN" sz="2800"/>
          </a:p>
          <a:p>
            <a:pPr marL="285750" indent="-285750">
              <a:buFont typeface="Wingdings" panose="05000000000000000000" pitchFamily="2" charset="2"/>
              <a:buChar char="v"/>
            </a:pPr>
            <a:r>
              <a:rPr lang="vi-VN"/>
              <a:t>Phát triển một phần mềm quản lý thiết bị y tế ,cập nhật và lưu trữ thông tin thiết bị một cách chính xác, an toàn và bảo mật.</a:t>
            </a:r>
          </a:p>
          <a:p>
            <a:pPr marL="285750" indent="-285750">
              <a:buFont typeface="Wingdings" panose="05000000000000000000" pitchFamily="2" charset="2"/>
              <a:buChar char="v"/>
            </a:pPr>
            <a:endParaRPr lang="vi-VN"/>
          </a:p>
          <a:p>
            <a:pPr marL="285750" lvl="0" indent="-285750">
              <a:buFont typeface="Wingdings" panose="05000000000000000000" pitchFamily="2" charset="2"/>
              <a:buChar char="v"/>
            </a:pPr>
            <a:r>
              <a:rPr lang="vi-VN"/>
              <a:t>Tự động hóa quy trình theo dõi bảo trì và đảm bảo máy móc luôn sẵn sàng hoạt động ở trạng thái tốt nhất.</a:t>
            </a:r>
          </a:p>
          <a:p>
            <a:pPr marL="285750" lvl="0" indent="-285750">
              <a:buFont typeface="Wingdings" panose="05000000000000000000" pitchFamily="2" charset="2"/>
              <a:buChar char="v"/>
            </a:pPr>
            <a:endParaRPr lang="vi-VN"/>
          </a:p>
          <a:p>
            <a:pPr marL="285750" lvl="0" indent="-285750">
              <a:buFont typeface="Wingdings" panose="05000000000000000000" pitchFamily="2" charset="2"/>
              <a:buChar char="v"/>
            </a:pPr>
            <a:r>
              <a:rPr lang="vi-VN"/>
              <a:t>Giảm thiểu rủi ro sai sót do con người, nâng cao chất lượng dịch vụ khám chữa bệnh chung của cơ sở y tế.</a:t>
            </a:r>
          </a:p>
        </p:txBody>
      </p:sp>
      <p:pic>
        <p:nvPicPr>
          <p:cNvPr id="7" name="Hình ảnh 6">
            <a:extLst>
              <a:ext uri="{FF2B5EF4-FFF2-40B4-BE49-F238E27FC236}">
                <a16:creationId xmlns:a16="http://schemas.microsoft.com/office/drawing/2014/main" id="{387369A1-AAF7-CDE9-4271-26C90892CBE4}"/>
              </a:ext>
            </a:extLst>
          </p:cNvPr>
          <p:cNvPicPr>
            <a:picLocks noChangeAspect="1"/>
          </p:cNvPicPr>
          <p:nvPr/>
        </p:nvPicPr>
        <p:blipFill>
          <a:blip r:embed="rId2"/>
          <a:stretch>
            <a:fillRect/>
          </a:stretch>
        </p:blipFill>
        <p:spPr>
          <a:xfrm>
            <a:off x="7697258" y="1323445"/>
            <a:ext cx="3562350" cy="49053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451CF-8996-E6B7-7978-6D6B7168A99E}"/>
            </a:ext>
          </a:extLst>
        </p:cNvPr>
        <p:cNvGrpSpPr/>
        <p:nvPr/>
      </p:nvGrpSpPr>
      <p:grpSpPr>
        <a:xfrm>
          <a:off x="0" y="0"/>
          <a:ext cx="0" cy="0"/>
          <a:chOff x="0" y="0"/>
          <a:chExt cx="0" cy="0"/>
        </a:xfrm>
      </p:grpSpPr>
      <p:sp>
        <p:nvSpPr>
          <p:cNvPr id="317" name="TextShape 1">
            <a:extLst>
              <a:ext uri="{FF2B5EF4-FFF2-40B4-BE49-F238E27FC236}">
                <a16:creationId xmlns:a16="http://schemas.microsoft.com/office/drawing/2014/main" id="{0F5ED996-DA12-F920-56C9-73EA7B9ADFBB}"/>
              </a:ext>
            </a:extLst>
          </p:cNvPr>
          <p:cNvSpPr txBox="1"/>
          <p:nvPr/>
        </p:nvSpPr>
        <p:spPr>
          <a:xfrm>
            <a:off x="5672667" y="2478974"/>
            <a:ext cx="6276813" cy="4192760"/>
          </a:xfrm>
          <a:prstGeom prst="rect">
            <a:avLst/>
          </a:prstGeom>
          <a:noFill/>
          <a:ln>
            <a:noFill/>
          </a:ln>
        </p:spPr>
        <p:txBody>
          <a:bodyPr lIns="90000" tIns="45000" rIns="90000" bIns="45000">
            <a:noAutofit/>
          </a:bodyPr>
          <a:lstStyle/>
          <a:p>
            <a:pPr algn="ctr"/>
            <a:r>
              <a:rPr lang="vi-VN" sz="4800" b="0" strike="noStrike" spc="-1">
                <a:solidFill>
                  <a:srgbClr val="FF0000"/>
                </a:solidFill>
                <a:latin typeface="Calibri"/>
              </a:rPr>
              <a:t>III. Phân tích, Thiết kế phần mềm</a:t>
            </a:r>
            <a:endParaRPr lang="en-US" sz="4800" b="0" strike="noStrike" spc="-1">
              <a:solidFill>
                <a:srgbClr val="FF0000"/>
              </a:solidFill>
              <a:latin typeface="Calibri"/>
            </a:endParaRPr>
          </a:p>
        </p:txBody>
      </p:sp>
      <p:sp>
        <p:nvSpPr>
          <p:cNvPr id="318" name="TextShape 2">
            <a:extLst>
              <a:ext uri="{FF2B5EF4-FFF2-40B4-BE49-F238E27FC236}">
                <a16:creationId xmlns:a16="http://schemas.microsoft.com/office/drawing/2014/main" id="{0B7D5572-9794-9D4B-FD3E-5C0B68E12B86}"/>
              </a:ext>
            </a:extLst>
          </p:cNvPr>
          <p:cNvSpPr txBox="1"/>
          <p:nvPr/>
        </p:nvSpPr>
        <p:spPr>
          <a:xfrm>
            <a:off x="4558320" y="404280"/>
            <a:ext cx="739116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Tree>
    <p:extLst>
      <p:ext uri="{BB962C8B-B14F-4D97-AF65-F5344CB8AC3E}">
        <p14:creationId xmlns:p14="http://schemas.microsoft.com/office/powerpoint/2010/main" val="1295145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extShape 1"/>
          <p:cNvSpPr txBox="1"/>
          <p:nvPr/>
        </p:nvSpPr>
        <p:spPr>
          <a:xfrm>
            <a:off x="48728" y="126898"/>
            <a:ext cx="1955707" cy="435600"/>
          </a:xfrm>
          <a:prstGeom prst="rect">
            <a:avLst/>
          </a:prstGeom>
          <a:noFill/>
          <a:ln>
            <a:noFill/>
          </a:ln>
        </p:spPr>
        <p:txBody>
          <a:bodyPr lIns="90000" tIns="45000" rIns="90000" bIns="45000">
            <a:noAutofit/>
          </a:bodyPr>
          <a:lstStyle/>
          <a:p>
            <a:r>
              <a:rPr lang="vi-VN" sz="2400" b="1" strike="noStrike" spc="-1">
                <a:solidFill>
                  <a:schemeClr val="bg1"/>
                </a:solidFill>
                <a:latin typeface="Calibri"/>
              </a:rPr>
              <a:t>Phân tích</a:t>
            </a:r>
            <a:endParaRPr lang="en-US" sz="2400" b="1" strike="noStrike" spc="-1">
              <a:solidFill>
                <a:schemeClr val="bg1"/>
              </a:solidFill>
              <a:latin typeface="Calibri"/>
            </a:endParaRPr>
          </a:p>
        </p:txBody>
      </p:sp>
      <p:sp>
        <p:nvSpPr>
          <p:cNvPr id="316" name="TextShape 2"/>
          <p:cNvSpPr txBox="1"/>
          <p:nvPr/>
        </p:nvSpPr>
        <p:spPr>
          <a:xfrm>
            <a:off x="4986867" y="2870200"/>
            <a:ext cx="1744133" cy="558800"/>
          </a:xfrm>
          <a:prstGeom prst="rect">
            <a:avLst/>
          </a:prstGeom>
          <a:ln/>
          <a:effectLst>
            <a:outerShdw blurRad="40000" dist="20000" dir="5400000" rotWithShape="0">
              <a:srgbClr val="000000">
                <a:alpha val="38000"/>
              </a:srgbClr>
            </a:outerShdw>
            <a:reflection blurRad="6350" stA="50000" endA="300" endPos="55000" dir="5400000" sy="-100000" algn="bl" rotWithShape="0"/>
          </a:effectLst>
          <a:scene3d>
            <a:camera prst="perspectiveRight"/>
            <a:lightRig rig="threePt" dir="t"/>
          </a:scene3d>
        </p:spPr>
        <p:style>
          <a:lnRef idx="3">
            <a:schemeClr val="lt1"/>
          </a:lnRef>
          <a:fillRef idx="1">
            <a:schemeClr val="accent3"/>
          </a:fillRef>
          <a:effectRef idx="1">
            <a:schemeClr val="accent3"/>
          </a:effectRef>
          <a:fontRef idx="minor">
            <a:schemeClr val="lt1"/>
          </a:fontRef>
        </p:style>
        <p:txBody>
          <a:bodyPr lIns="90000" tIns="45000" rIns="90000" bIns="45000">
            <a:noAutofit/>
          </a:bodyPr>
          <a:lstStyle/>
          <a:p>
            <a:r>
              <a:rPr lang="vi-VN" sz="2800" b="0" strike="noStrike" spc="-1">
                <a:solidFill>
                  <a:srgbClr val="000000"/>
                </a:solidFill>
                <a:latin typeface="Calibri"/>
              </a:rPr>
              <a:t>Chức năng</a:t>
            </a:r>
            <a:endParaRPr lang="en-US" sz="2800" b="0" strike="noStrike" spc="-1">
              <a:solidFill>
                <a:srgbClr val="000000"/>
              </a:solidFill>
              <a:latin typeface="Calibri"/>
            </a:endParaRPr>
          </a:p>
        </p:txBody>
      </p:sp>
      <p:cxnSp>
        <p:nvCxnSpPr>
          <p:cNvPr id="6" name="Đường kết nối: Cong 5">
            <a:extLst>
              <a:ext uri="{FF2B5EF4-FFF2-40B4-BE49-F238E27FC236}">
                <a16:creationId xmlns:a16="http://schemas.microsoft.com/office/drawing/2014/main" id="{74F89D37-1A2C-4425-CC4D-548753B1F645}"/>
              </a:ext>
            </a:extLst>
          </p:cNvPr>
          <p:cNvCxnSpPr>
            <a:cxnSpLocks/>
            <a:stCxn id="316" idx="3"/>
            <a:endCxn id="20" idx="1"/>
          </p:cNvCxnSpPr>
          <p:nvPr/>
        </p:nvCxnSpPr>
        <p:spPr>
          <a:xfrm>
            <a:off x="6731000" y="3149600"/>
            <a:ext cx="1413932" cy="121776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Đường kết nối: Cong 8">
            <a:extLst>
              <a:ext uri="{FF2B5EF4-FFF2-40B4-BE49-F238E27FC236}">
                <a16:creationId xmlns:a16="http://schemas.microsoft.com/office/drawing/2014/main" id="{CB516F46-FBC1-7CBB-C789-3095AE84BD84}"/>
              </a:ext>
            </a:extLst>
          </p:cNvPr>
          <p:cNvCxnSpPr>
            <a:cxnSpLocks/>
            <a:stCxn id="316" idx="3"/>
            <a:endCxn id="22" idx="1"/>
          </p:cNvCxnSpPr>
          <p:nvPr/>
        </p:nvCxnSpPr>
        <p:spPr>
          <a:xfrm flipV="1">
            <a:off x="6731000" y="1489000"/>
            <a:ext cx="1485565" cy="166060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Hộp Văn bản 19">
            <a:extLst>
              <a:ext uri="{FF2B5EF4-FFF2-40B4-BE49-F238E27FC236}">
                <a16:creationId xmlns:a16="http://schemas.microsoft.com/office/drawing/2014/main" id="{0600484C-586B-1723-E8D1-07807E7B0192}"/>
              </a:ext>
            </a:extLst>
          </p:cNvPr>
          <p:cNvSpPr txBox="1"/>
          <p:nvPr/>
        </p:nvSpPr>
        <p:spPr>
          <a:xfrm>
            <a:off x="8144932" y="4182702"/>
            <a:ext cx="2497668" cy="36933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vi-VN"/>
              <a:t>Giao tiếp &amp; Tương tác</a:t>
            </a:r>
          </a:p>
        </p:txBody>
      </p:sp>
      <p:sp>
        <p:nvSpPr>
          <p:cNvPr id="22" name="Hộp Văn bản 21">
            <a:extLst>
              <a:ext uri="{FF2B5EF4-FFF2-40B4-BE49-F238E27FC236}">
                <a16:creationId xmlns:a16="http://schemas.microsoft.com/office/drawing/2014/main" id="{8E7A380F-47F4-E26F-14B4-54BA01E260C4}"/>
              </a:ext>
            </a:extLst>
          </p:cNvPr>
          <p:cNvSpPr txBox="1"/>
          <p:nvPr/>
        </p:nvSpPr>
        <p:spPr>
          <a:xfrm>
            <a:off x="8216565" y="1304334"/>
            <a:ext cx="2226733" cy="369332"/>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vi-VN"/>
              <a:t>Cung cấp thông tin</a:t>
            </a:r>
          </a:p>
        </p:txBody>
      </p:sp>
      <p:sp>
        <p:nvSpPr>
          <p:cNvPr id="24" name="Hộp Văn bản 23">
            <a:extLst>
              <a:ext uri="{FF2B5EF4-FFF2-40B4-BE49-F238E27FC236}">
                <a16:creationId xmlns:a16="http://schemas.microsoft.com/office/drawing/2014/main" id="{DA73B6F7-E858-A269-76C1-D60897028B7D}"/>
              </a:ext>
            </a:extLst>
          </p:cNvPr>
          <p:cNvSpPr txBox="1"/>
          <p:nvPr/>
        </p:nvSpPr>
        <p:spPr>
          <a:xfrm>
            <a:off x="1185332" y="4288766"/>
            <a:ext cx="2065867"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vi-VN"/>
              <a:t>Hỗ trợ kinh doanh</a:t>
            </a:r>
          </a:p>
        </p:txBody>
      </p:sp>
      <p:sp>
        <p:nvSpPr>
          <p:cNvPr id="26" name="Hộp Văn bản 25">
            <a:extLst>
              <a:ext uri="{FF2B5EF4-FFF2-40B4-BE49-F238E27FC236}">
                <a16:creationId xmlns:a16="http://schemas.microsoft.com/office/drawing/2014/main" id="{225D5271-94D4-9D5A-7BFF-A22F57383B72}"/>
              </a:ext>
            </a:extLst>
          </p:cNvPr>
          <p:cNvSpPr txBox="1"/>
          <p:nvPr/>
        </p:nvSpPr>
        <p:spPr>
          <a:xfrm>
            <a:off x="1026582" y="1399402"/>
            <a:ext cx="2506133"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vi-VN"/>
              <a:t>Xây dựng thương hiệu</a:t>
            </a:r>
          </a:p>
        </p:txBody>
      </p:sp>
      <p:pic>
        <p:nvPicPr>
          <p:cNvPr id="27" name="Hình ảnh 26" descr="Free Chart SVG, PNG Icon, Symbol. Download Image.">
            <a:extLst>
              <a:ext uri="{FF2B5EF4-FFF2-40B4-BE49-F238E27FC236}">
                <a16:creationId xmlns:a16="http://schemas.microsoft.com/office/drawing/2014/main" id="{EAFB456E-6FB8-CAFB-7E0A-A3145C89C1A1}"/>
              </a:ext>
            </a:extLst>
          </p:cNvPr>
          <p:cNvPicPr>
            <a:picLocks noChangeAspect="1"/>
          </p:cNvPicPr>
          <p:nvPr/>
        </p:nvPicPr>
        <p:blipFill>
          <a:blip r:embed="rId2"/>
          <a:stretch>
            <a:fillRect/>
          </a:stretch>
        </p:blipFill>
        <p:spPr>
          <a:xfrm>
            <a:off x="1308098" y="2040314"/>
            <a:ext cx="1943100" cy="1200150"/>
          </a:xfrm>
          <a:prstGeom prst="rect">
            <a:avLst/>
          </a:prstGeom>
        </p:spPr>
      </p:pic>
      <p:pic>
        <p:nvPicPr>
          <p:cNvPr id="29" name="Hình ảnh 28" descr="User - Free user icons">
            <a:extLst>
              <a:ext uri="{FF2B5EF4-FFF2-40B4-BE49-F238E27FC236}">
                <a16:creationId xmlns:a16="http://schemas.microsoft.com/office/drawing/2014/main" id="{5935786F-75F4-7E2C-339B-AB2BF8953A2C}"/>
              </a:ext>
            </a:extLst>
          </p:cNvPr>
          <p:cNvPicPr>
            <a:picLocks noChangeAspect="1"/>
          </p:cNvPicPr>
          <p:nvPr/>
        </p:nvPicPr>
        <p:blipFill>
          <a:blip r:embed="rId3"/>
          <a:stretch>
            <a:fillRect/>
          </a:stretch>
        </p:blipFill>
        <p:spPr>
          <a:xfrm>
            <a:off x="8595450" y="1841392"/>
            <a:ext cx="1365248" cy="1140482"/>
          </a:xfrm>
          <a:prstGeom prst="rect">
            <a:avLst/>
          </a:prstGeom>
        </p:spPr>
      </p:pic>
      <p:pic>
        <p:nvPicPr>
          <p:cNvPr id="30" name="Hình ảnh 29">
            <a:extLst>
              <a:ext uri="{FF2B5EF4-FFF2-40B4-BE49-F238E27FC236}">
                <a16:creationId xmlns:a16="http://schemas.microsoft.com/office/drawing/2014/main" id="{702FC928-7848-FF88-E524-CE16BCAEF11F}"/>
              </a:ext>
            </a:extLst>
          </p:cNvPr>
          <p:cNvPicPr>
            <a:picLocks noChangeAspect="1"/>
          </p:cNvPicPr>
          <p:nvPr/>
        </p:nvPicPr>
        <p:blipFill>
          <a:blip r:embed="rId4"/>
          <a:stretch>
            <a:fillRect/>
          </a:stretch>
        </p:blipFill>
        <p:spPr>
          <a:xfrm>
            <a:off x="1185332" y="4706400"/>
            <a:ext cx="2105025" cy="1390650"/>
          </a:xfrm>
          <a:prstGeom prst="rect">
            <a:avLst/>
          </a:prstGeom>
        </p:spPr>
      </p:pic>
      <p:cxnSp>
        <p:nvCxnSpPr>
          <p:cNvPr id="3" name="Đường kết nối: Cong 2">
            <a:extLst>
              <a:ext uri="{FF2B5EF4-FFF2-40B4-BE49-F238E27FC236}">
                <a16:creationId xmlns:a16="http://schemas.microsoft.com/office/drawing/2014/main" id="{D45358DA-F942-01C6-0F67-AF3A22CEBF84}"/>
              </a:ext>
            </a:extLst>
          </p:cNvPr>
          <p:cNvCxnSpPr>
            <a:stCxn id="316" idx="1"/>
            <a:endCxn id="26" idx="3"/>
          </p:cNvCxnSpPr>
          <p:nvPr/>
        </p:nvCxnSpPr>
        <p:spPr>
          <a:xfrm rot="10800000">
            <a:off x="3532715" y="1584068"/>
            <a:ext cx="1454152" cy="156553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Đường kết nối: Cong 4">
            <a:extLst>
              <a:ext uri="{FF2B5EF4-FFF2-40B4-BE49-F238E27FC236}">
                <a16:creationId xmlns:a16="http://schemas.microsoft.com/office/drawing/2014/main" id="{A3CDCB8B-85FB-5434-3A5C-229159B14038}"/>
              </a:ext>
            </a:extLst>
          </p:cNvPr>
          <p:cNvCxnSpPr>
            <a:stCxn id="316" idx="1"/>
            <a:endCxn id="24" idx="3"/>
          </p:cNvCxnSpPr>
          <p:nvPr/>
        </p:nvCxnSpPr>
        <p:spPr>
          <a:xfrm rot="10800000" flipV="1">
            <a:off x="3251199" y="3149600"/>
            <a:ext cx="1735668" cy="132383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Hình ảnh 11" descr="People sitting with laptop">
            <a:extLst>
              <a:ext uri="{FF2B5EF4-FFF2-40B4-BE49-F238E27FC236}">
                <a16:creationId xmlns:a16="http://schemas.microsoft.com/office/drawing/2014/main" id="{785416FF-022C-7BF9-87F0-79A337F263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8199" y="4706400"/>
            <a:ext cx="2083466" cy="1390651"/>
          </a:xfrm>
          <a:prstGeom prst="rect">
            <a:avLst/>
          </a:prstGeom>
        </p:spPr>
      </p:pic>
      <p:pic>
        <p:nvPicPr>
          <p:cNvPr id="11" name="Hình ảnh 10">
            <a:extLst>
              <a:ext uri="{FF2B5EF4-FFF2-40B4-BE49-F238E27FC236}">
                <a16:creationId xmlns:a16="http://schemas.microsoft.com/office/drawing/2014/main" id="{A4DC2112-5481-B681-F6A2-5AC96646BFFF}"/>
              </a:ext>
            </a:extLst>
          </p:cNvPr>
          <p:cNvPicPr>
            <a:picLocks noChangeAspect="1"/>
          </p:cNvPicPr>
          <p:nvPr/>
        </p:nvPicPr>
        <p:blipFill>
          <a:blip r:embed="rId6">
            <a:duotone>
              <a:schemeClr val="accent5">
                <a:shade val="45000"/>
                <a:satMod val="135000"/>
              </a:schemeClr>
              <a:prstClr val="white"/>
            </a:duotone>
            <a:alphaModFix amt="50000"/>
            <a:extLst>
              <a:ext uri="{BEBA8EAE-BF5A-486C-A8C5-ECC9F3942E4B}">
                <a14:imgProps xmlns:a14="http://schemas.microsoft.com/office/drawing/2010/main">
                  <a14:imgLayer r:embed="rId7">
                    <a14:imgEffect>
                      <a14:artisticPlasticWrap/>
                    </a14:imgEffect>
                  </a14:imgLayer>
                </a14:imgProps>
              </a:ext>
            </a:extLst>
          </a:blip>
          <a:stretch>
            <a:fillRect/>
          </a:stretch>
        </p:blipFill>
        <p:spPr>
          <a:xfrm>
            <a:off x="5365752" y="1955721"/>
            <a:ext cx="914479" cy="914479"/>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EA3C3-9A80-6336-C23D-03D7CBF867F2}"/>
            </a:ext>
          </a:extLst>
        </p:cNvPr>
        <p:cNvGrpSpPr/>
        <p:nvPr/>
      </p:nvGrpSpPr>
      <p:grpSpPr>
        <a:xfrm>
          <a:off x="0" y="0"/>
          <a:ext cx="0" cy="0"/>
          <a:chOff x="0" y="0"/>
          <a:chExt cx="0" cy="0"/>
        </a:xfrm>
      </p:grpSpPr>
      <p:sp>
        <p:nvSpPr>
          <p:cNvPr id="315" name="TextShape 1">
            <a:extLst>
              <a:ext uri="{FF2B5EF4-FFF2-40B4-BE49-F238E27FC236}">
                <a16:creationId xmlns:a16="http://schemas.microsoft.com/office/drawing/2014/main" id="{2003EDE8-1188-4CAE-C77F-7D69DB42A77E}"/>
              </a:ext>
            </a:extLst>
          </p:cNvPr>
          <p:cNvSpPr txBox="1"/>
          <p:nvPr/>
        </p:nvSpPr>
        <p:spPr>
          <a:xfrm>
            <a:off x="262559" y="110066"/>
            <a:ext cx="1955707" cy="435600"/>
          </a:xfrm>
          <a:prstGeom prst="rect">
            <a:avLst/>
          </a:prstGeom>
          <a:noFill/>
          <a:ln>
            <a:noFill/>
          </a:ln>
        </p:spPr>
        <p:txBody>
          <a:bodyPr lIns="90000" tIns="45000" rIns="90000" bIns="45000">
            <a:noAutofit/>
          </a:bodyPr>
          <a:lstStyle/>
          <a:p>
            <a:r>
              <a:rPr lang="vi-VN" sz="2400" b="1" strike="noStrike" spc="-1">
                <a:solidFill>
                  <a:schemeClr val="bg1"/>
                </a:solidFill>
                <a:latin typeface="Calibri"/>
              </a:rPr>
              <a:t>Phân tích</a:t>
            </a:r>
            <a:endParaRPr lang="en-US" sz="2400" b="1" strike="noStrike" spc="-1">
              <a:solidFill>
                <a:schemeClr val="bg1"/>
              </a:solidFill>
              <a:latin typeface="Calibri"/>
            </a:endParaRPr>
          </a:p>
        </p:txBody>
      </p:sp>
      <p:sp>
        <p:nvSpPr>
          <p:cNvPr id="5" name="Hộp Văn bản 4">
            <a:extLst>
              <a:ext uri="{FF2B5EF4-FFF2-40B4-BE49-F238E27FC236}">
                <a16:creationId xmlns:a16="http://schemas.microsoft.com/office/drawing/2014/main" id="{A47C03A7-B8CE-32B9-B45B-30B0C5E8CC49}"/>
              </a:ext>
            </a:extLst>
          </p:cNvPr>
          <p:cNvSpPr txBox="1"/>
          <p:nvPr/>
        </p:nvSpPr>
        <p:spPr>
          <a:xfrm>
            <a:off x="0" y="755134"/>
            <a:ext cx="6096000" cy="369332"/>
          </a:xfrm>
          <a:prstGeom prst="rect">
            <a:avLst/>
          </a:prstGeom>
          <a:noFill/>
        </p:spPr>
        <p:txBody>
          <a:bodyPr wrap="square">
            <a:spAutoFit/>
          </a:bodyPr>
          <a:lstStyle/>
          <a:p>
            <a:r>
              <a:rPr lang="vi-VN">
                <a:solidFill>
                  <a:schemeClr val="bg1"/>
                </a:solidFill>
              </a:rPr>
              <a:t>1. Các công nghệ được sử dụng trong dự án:</a:t>
            </a:r>
          </a:p>
        </p:txBody>
      </p:sp>
      <p:sp>
        <p:nvSpPr>
          <p:cNvPr id="9" name="Hộp Văn bản 8">
            <a:extLst>
              <a:ext uri="{FF2B5EF4-FFF2-40B4-BE49-F238E27FC236}">
                <a16:creationId xmlns:a16="http://schemas.microsoft.com/office/drawing/2014/main" id="{56D84C45-EC72-B16F-8F4E-D8B34F566161}"/>
              </a:ext>
            </a:extLst>
          </p:cNvPr>
          <p:cNvSpPr txBox="1"/>
          <p:nvPr/>
        </p:nvSpPr>
        <p:spPr>
          <a:xfrm>
            <a:off x="291553" y="1808844"/>
            <a:ext cx="5457521" cy="3170099"/>
          </a:xfrm>
          <a:prstGeom prst="rect">
            <a:avLst/>
          </a:prstGeom>
          <a:noFill/>
        </p:spPr>
        <p:txBody>
          <a:bodyPr wrap="square">
            <a:spAutoFit/>
          </a:bodyPr>
          <a:lstStyle/>
          <a:p>
            <a:pPr marL="342900" lvl="0" indent="-342900">
              <a:buFont typeface="Wingdings" panose="05000000000000000000" pitchFamily="2" charset="2"/>
              <a:buChar char="Ø"/>
            </a:pPr>
            <a:r>
              <a:rPr lang="vi-VN" sz="2000" dirty="0" err="1"/>
              <a:t>Frontend</a:t>
            </a:r>
            <a:r>
              <a:rPr lang="vi-VN" sz="2000" dirty="0"/>
              <a:t> :</a:t>
            </a:r>
            <a:r>
              <a:rPr lang="vi-VN" sz="2000" dirty="0">
                <a:latin typeface="+mn-lt"/>
              </a:rPr>
              <a:t>HTML</a:t>
            </a:r>
            <a:r>
              <a:rPr lang="vi-VN" sz="2000" dirty="0"/>
              <a:t>, </a:t>
            </a:r>
            <a:r>
              <a:rPr lang="vi-VN" sz="2000" dirty="0">
                <a:latin typeface="+mn-lt"/>
              </a:rPr>
              <a:t>CSS</a:t>
            </a:r>
            <a:r>
              <a:rPr lang="vi-VN" sz="2000" dirty="0"/>
              <a:t>, </a:t>
            </a:r>
            <a:r>
              <a:rPr lang="vi-VN" sz="2000" dirty="0" err="1">
                <a:latin typeface="+mn-lt"/>
              </a:rPr>
              <a:t>JavaScript</a:t>
            </a:r>
            <a:r>
              <a:rPr lang="vi-VN" sz="2000" dirty="0"/>
              <a:t> .</a:t>
            </a:r>
          </a:p>
          <a:p>
            <a:pPr marL="342900" lvl="0" indent="-342900">
              <a:buFont typeface="Wingdings" panose="05000000000000000000" pitchFamily="2" charset="2"/>
              <a:buChar char="Ø"/>
            </a:pPr>
            <a:endParaRPr lang="vi-VN" sz="2000" dirty="0"/>
          </a:p>
          <a:p>
            <a:pPr marL="342900" lvl="0" indent="-342900">
              <a:buFont typeface="Wingdings" panose="05000000000000000000" pitchFamily="2" charset="2"/>
              <a:buChar char="Ø"/>
            </a:pPr>
            <a:r>
              <a:rPr lang="vi-VN" sz="2000" dirty="0" err="1"/>
              <a:t>Backend</a:t>
            </a:r>
            <a:r>
              <a:rPr lang="vi-VN" sz="2000" dirty="0"/>
              <a:t> : </a:t>
            </a:r>
            <a:r>
              <a:rPr lang="vi-VN" sz="2000" dirty="0">
                <a:latin typeface="+mn-lt"/>
              </a:rPr>
              <a:t>Node.js</a:t>
            </a:r>
            <a:r>
              <a:rPr lang="vi-VN" sz="2000" dirty="0"/>
              <a:t> / </a:t>
            </a:r>
            <a:r>
              <a:rPr lang="vi-VN" sz="2000" dirty="0" err="1">
                <a:latin typeface="+mn-lt"/>
              </a:rPr>
              <a:t>Python</a:t>
            </a:r>
            <a:r>
              <a:rPr lang="vi-VN" sz="2000" dirty="0"/>
              <a:t> kết hợp cơ sở dữ liệu </a:t>
            </a:r>
            <a:r>
              <a:rPr lang="vi-VN" sz="2000" dirty="0" err="1">
                <a:latin typeface="+mn-lt"/>
              </a:rPr>
              <a:t>MySQL</a:t>
            </a:r>
            <a:r>
              <a:rPr lang="vi-VN" sz="2000" dirty="0"/>
              <a:t> để lưu trữ hồ sơ thiết bị y tế.</a:t>
            </a:r>
          </a:p>
          <a:p>
            <a:pPr marL="342900" lvl="0" indent="-342900">
              <a:buFont typeface="Wingdings" panose="05000000000000000000" pitchFamily="2" charset="2"/>
              <a:buChar char="Ø"/>
            </a:pPr>
            <a:endParaRPr lang="vi-VN" sz="2000" dirty="0"/>
          </a:p>
          <a:p>
            <a:pPr marL="342900" lvl="0" indent="-342900">
              <a:buFont typeface="Wingdings" panose="05000000000000000000" pitchFamily="2" charset="2"/>
              <a:buChar char="Ø"/>
            </a:pPr>
            <a:r>
              <a:rPr lang="vi-VN" sz="2000" dirty="0"/>
              <a:t>Chuẩn kết nối Y tế : </a:t>
            </a:r>
            <a:r>
              <a:rPr lang="vi-VN" sz="2000" dirty="0">
                <a:latin typeface="+mn-lt"/>
              </a:rPr>
              <a:t>DICOM</a:t>
            </a:r>
            <a:r>
              <a:rPr lang="vi-VN" sz="2000" dirty="0"/>
              <a:t> .</a:t>
            </a:r>
          </a:p>
          <a:p>
            <a:pPr marL="342900" lvl="0" indent="-342900">
              <a:buFont typeface="Arial" panose="020B0604020202020204" pitchFamily="34" charset="0"/>
              <a:buChar char="•"/>
            </a:pPr>
            <a:endParaRPr lang="vi-VN" sz="2000" dirty="0"/>
          </a:p>
          <a:p>
            <a:pPr lvl="0"/>
            <a:r>
              <a:rPr lang="vi-VN" sz="2000" dirty="0"/>
              <a:t>Công cụ phát triển : </a:t>
            </a:r>
            <a:r>
              <a:rPr lang="vi-VN" sz="2000" dirty="0" err="1"/>
              <a:t>Visual</a:t>
            </a:r>
            <a:r>
              <a:rPr lang="vi-VN" sz="2000" dirty="0"/>
              <a:t> </a:t>
            </a:r>
            <a:r>
              <a:rPr lang="vi-VN" sz="2000" dirty="0" err="1"/>
              <a:t>Studio</a:t>
            </a:r>
            <a:r>
              <a:rPr lang="vi-VN" sz="2000" dirty="0"/>
              <a:t> </a:t>
            </a:r>
            <a:r>
              <a:rPr lang="vi-VN" sz="2000" dirty="0" err="1"/>
              <a:t>Code</a:t>
            </a:r>
            <a:r>
              <a:rPr lang="vi-VN" sz="2000" dirty="0"/>
              <a:t> , </a:t>
            </a:r>
            <a:r>
              <a:rPr lang="vi-VN" sz="2000" dirty="0" err="1"/>
              <a:t>Git</a:t>
            </a:r>
            <a:r>
              <a:rPr lang="vi-VN" sz="2000" dirty="0"/>
              <a:t>/</a:t>
            </a:r>
            <a:r>
              <a:rPr lang="vi-VN" sz="2000" dirty="0" err="1"/>
              <a:t>GitHub</a:t>
            </a:r>
            <a:r>
              <a:rPr lang="vi-VN" sz="2000" dirty="0"/>
              <a:t> , </a:t>
            </a:r>
            <a:r>
              <a:rPr lang="vi-VN" sz="2000" dirty="0" err="1"/>
              <a:t>Live</a:t>
            </a:r>
            <a:r>
              <a:rPr lang="vi-VN" sz="2000" dirty="0"/>
              <a:t> Server.</a:t>
            </a:r>
          </a:p>
        </p:txBody>
      </p:sp>
      <p:pic>
        <p:nvPicPr>
          <p:cNvPr id="13" name="Hình ảnh 12">
            <a:extLst>
              <a:ext uri="{FF2B5EF4-FFF2-40B4-BE49-F238E27FC236}">
                <a16:creationId xmlns:a16="http://schemas.microsoft.com/office/drawing/2014/main" id="{E0152EB3-8ECA-F01E-244E-38A47BCA0169}"/>
              </a:ext>
            </a:extLst>
          </p:cNvPr>
          <p:cNvPicPr>
            <a:picLocks noChangeAspect="1"/>
          </p:cNvPicPr>
          <p:nvPr/>
        </p:nvPicPr>
        <p:blipFill>
          <a:blip r:embed="rId2"/>
          <a:stretch>
            <a:fillRect/>
          </a:stretch>
        </p:blipFill>
        <p:spPr>
          <a:xfrm>
            <a:off x="7201852" y="1221211"/>
            <a:ext cx="2403283" cy="1350645"/>
          </a:xfrm>
          <a:prstGeom prst="rect">
            <a:avLst/>
          </a:prstGeom>
        </p:spPr>
      </p:pic>
      <p:pic>
        <p:nvPicPr>
          <p:cNvPr id="15" name="Hình ảnh 14">
            <a:extLst>
              <a:ext uri="{FF2B5EF4-FFF2-40B4-BE49-F238E27FC236}">
                <a16:creationId xmlns:a16="http://schemas.microsoft.com/office/drawing/2014/main" id="{F9FB025A-9CA7-32C3-53DE-F54BA5AE62D9}"/>
              </a:ext>
            </a:extLst>
          </p:cNvPr>
          <p:cNvPicPr>
            <a:picLocks noChangeAspect="1"/>
          </p:cNvPicPr>
          <p:nvPr/>
        </p:nvPicPr>
        <p:blipFill>
          <a:blip r:embed="rId3"/>
          <a:stretch>
            <a:fillRect/>
          </a:stretch>
        </p:blipFill>
        <p:spPr>
          <a:xfrm>
            <a:off x="5964518" y="2509544"/>
            <a:ext cx="1530350" cy="1530350"/>
          </a:xfrm>
          <a:prstGeom prst="rect">
            <a:avLst/>
          </a:prstGeom>
        </p:spPr>
      </p:pic>
      <p:pic>
        <p:nvPicPr>
          <p:cNvPr id="17" name="Hình ảnh 16">
            <a:extLst>
              <a:ext uri="{FF2B5EF4-FFF2-40B4-BE49-F238E27FC236}">
                <a16:creationId xmlns:a16="http://schemas.microsoft.com/office/drawing/2014/main" id="{5B481DD2-2E83-8A6C-3578-D7FB47822D16}"/>
              </a:ext>
            </a:extLst>
          </p:cNvPr>
          <p:cNvPicPr>
            <a:picLocks noChangeAspect="1"/>
          </p:cNvPicPr>
          <p:nvPr/>
        </p:nvPicPr>
        <p:blipFill>
          <a:blip r:embed="rId4"/>
          <a:stretch>
            <a:fillRect/>
          </a:stretch>
        </p:blipFill>
        <p:spPr>
          <a:xfrm>
            <a:off x="7954453" y="3117511"/>
            <a:ext cx="1650682" cy="1650682"/>
          </a:xfrm>
          <a:prstGeom prst="rect">
            <a:avLst/>
          </a:prstGeom>
        </p:spPr>
      </p:pic>
      <p:pic>
        <p:nvPicPr>
          <p:cNvPr id="18" name="Hình ảnh 17" descr="Home - The GitHub Blog">
            <a:extLst>
              <a:ext uri="{FF2B5EF4-FFF2-40B4-BE49-F238E27FC236}">
                <a16:creationId xmlns:a16="http://schemas.microsoft.com/office/drawing/2014/main" id="{164753FC-53DE-03DD-7BB1-376ACD342E8E}"/>
              </a:ext>
            </a:extLst>
          </p:cNvPr>
          <p:cNvPicPr>
            <a:picLocks noChangeAspect="1"/>
          </p:cNvPicPr>
          <p:nvPr/>
        </p:nvPicPr>
        <p:blipFill>
          <a:blip r:embed="rId5"/>
          <a:stretch>
            <a:fillRect/>
          </a:stretch>
        </p:blipFill>
        <p:spPr>
          <a:xfrm>
            <a:off x="5586656" y="4585549"/>
            <a:ext cx="2474668" cy="1556714"/>
          </a:xfrm>
          <a:prstGeom prst="rect">
            <a:avLst/>
          </a:prstGeom>
        </p:spPr>
      </p:pic>
      <p:pic>
        <p:nvPicPr>
          <p:cNvPr id="19" name="Hình ảnh 18" descr="Nắm vững MySQL: Kỹ năng cốt lõi mà mọi nhà phát triển nên có">
            <a:extLst>
              <a:ext uri="{FF2B5EF4-FFF2-40B4-BE49-F238E27FC236}">
                <a16:creationId xmlns:a16="http://schemas.microsoft.com/office/drawing/2014/main" id="{2E5485F1-035F-5C66-B4B3-310721BA3A45}"/>
              </a:ext>
            </a:extLst>
          </p:cNvPr>
          <p:cNvPicPr>
            <a:picLocks noChangeAspect="1"/>
          </p:cNvPicPr>
          <p:nvPr/>
        </p:nvPicPr>
        <p:blipFill>
          <a:blip r:embed="rId6"/>
          <a:stretch>
            <a:fillRect/>
          </a:stretch>
        </p:blipFill>
        <p:spPr>
          <a:xfrm>
            <a:off x="9663752" y="1548685"/>
            <a:ext cx="2236695" cy="1258141"/>
          </a:xfrm>
          <a:prstGeom prst="rect">
            <a:avLst/>
          </a:prstGeom>
        </p:spPr>
      </p:pic>
      <p:pic>
        <p:nvPicPr>
          <p:cNvPr id="20" name="Hình ảnh 19" descr="Discom | Noise reduction and Exhaust Equipment for Rolling Stock">
            <a:extLst>
              <a:ext uri="{FF2B5EF4-FFF2-40B4-BE49-F238E27FC236}">
                <a16:creationId xmlns:a16="http://schemas.microsoft.com/office/drawing/2014/main" id="{CA7F121F-2848-A3BD-D206-6877033ACF3D}"/>
              </a:ext>
            </a:extLst>
          </p:cNvPr>
          <p:cNvPicPr>
            <a:picLocks noChangeAspect="1"/>
          </p:cNvPicPr>
          <p:nvPr/>
        </p:nvPicPr>
        <p:blipFill>
          <a:blip r:embed="rId7"/>
          <a:stretch>
            <a:fillRect/>
          </a:stretch>
        </p:blipFill>
        <p:spPr>
          <a:xfrm>
            <a:off x="10218090" y="3488637"/>
            <a:ext cx="1438910" cy="1438910"/>
          </a:xfrm>
          <a:prstGeom prst="rect">
            <a:avLst/>
          </a:prstGeom>
        </p:spPr>
      </p:pic>
      <p:pic>
        <p:nvPicPr>
          <p:cNvPr id="22" name="Hình ảnh 21">
            <a:extLst>
              <a:ext uri="{FF2B5EF4-FFF2-40B4-BE49-F238E27FC236}">
                <a16:creationId xmlns:a16="http://schemas.microsoft.com/office/drawing/2014/main" id="{A021DFC3-3E36-4322-EB56-548423DD1357}"/>
              </a:ext>
            </a:extLst>
          </p:cNvPr>
          <p:cNvPicPr>
            <a:picLocks noChangeAspect="1"/>
          </p:cNvPicPr>
          <p:nvPr/>
        </p:nvPicPr>
        <p:blipFill>
          <a:blip r:embed="rId8"/>
          <a:stretch>
            <a:fillRect/>
          </a:stretch>
        </p:blipFill>
        <p:spPr>
          <a:xfrm>
            <a:off x="3763423" y="5256791"/>
            <a:ext cx="1710461" cy="1141306"/>
          </a:xfrm>
          <a:prstGeom prst="rect">
            <a:avLst/>
          </a:prstGeom>
        </p:spPr>
      </p:pic>
      <p:pic>
        <p:nvPicPr>
          <p:cNvPr id="24" name="Hình ảnh 23">
            <a:extLst>
              <a:ext uri="{FF2B5EF4-FFF2-40B4-BE49-F238E27FC236}">
                <a16:creationId xmlns:a16="http://schemas.microsoft.com/office/drawing/2014/main" id="{F8C8F1D0-F987-4D03-DFDF-BC6372291176}"/>
              </a:ext>
            </a:extLst>
          </p:cNvPr>
          <p:cNvPicPr>
            <a:picLocks noChangeAspect="1"/>
          </p:cNvPicPr>
          <p:nvPr/>
        </p:nvPicPr>
        <p:blipFill>
          <a:blip r:embed="rId9"/>
          <a:stretch>
            <a:fillRect/>
          </a:stretch>
        </p:blipFill>
        <p:spPr>
          <a:xfrm>
            <a:off x="9605135" y="4927547"/>
            <a:ext cx="1556715" cy="1556715"/>
          </a:xfrm>
          <a:prstGeom prst="rect">
            <a:avLst/>
          </a:prstGeom>
        </p:spPr>
      </p:pic>
    </p:spTree>
    <p:extLst>
      <p:ext uri="{BB962C8B-B14F-4D97-AF65-F5344CB8AC3E}">
        <p14:creationId xmlns:p14="http://schemas.microsoft.com/office/powerpoint/2010/main" val="2331972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C681-8A45-2A4F-9FB4-A715A673F86B}"/>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6019E630-FDA3-1ABE-8F04-A7859C96D02A}"/>
              </a:ext>
            </a:extLst>
          </p:cNvPr>
          <p:cNvSpPr>
            <a:spLocks noGrp="1"/>
          </p:cNvSpPr>
          <p:nvPr>
            <p:ph type="title"/>
          </p:nvPr>
        </p:nvSpPr>
        <p:spPr>
          <a:xfrm>
            <a:off x="254000" y="145256"/>
            <a:ext cx="10484640" cy="361760"/>
          </a:xfrm>
        </p:spPr>
        <p:txBody>
          <a:bodyPr/>
          <a:lstStyle/>
          <a:p>
            <a:r>
              <a:rPr lang="vi-VN" sz="2400">
                <a:solidFill>
                  <a:schemeClr val="bg1"/>
                </a:solidFill>
              </a:rPr>
              <a:t>Yêu cầu chức năng</a:t>
            </a:r>
          </a:p>
        </p:txBody>
      </p:sp>
      <p:cxnSp>
        <p:nvCxnSpPr>
          <p:cNvPr id="5" name="Đường nối Thẳng 4">
            <a:extLst>
              <a:ext uri="{FF2B5EF4-FFF2-40B4-BE49-F238E27FC236}">
                <a16:creationId xmlns:a16="http://schemas.microsoft.com/office/drawing/2014/main" id="{E2312A43-C51E-7E32-B501-DB852EC37607}"/>
              </a:ext>
            </a:extLst>
          </p:cNvPr>
          <p:cNvCxnSpPr>
            <a:cxnSpLocks/>
          </p:cNvCxnSpPr>
          <p:nvPr/>
        </p:nvCxnSpPr>
        <p:spPr>
          <a:xfrm>
            <a:off x="5933440" y="862149"/>
            <a:ext cx="0" cy="5486400"/>
          </a:xfrm>
          <a:prstGeom prst="line">
            <a:avLst/>
          </a:prstGeom>
          <a:ln>
            <a:solidFill>
              <a:schemeClr val="accent1">
                <a:lumMod val="60000"/>
                <a:lumOff val="40000"/>
              </a:schemeClr>
            </a:solidFill>
          </a:ln>
          <a:effectLst>
            <a:glow rad="101600">
              <a:schemeClr val="accent5">
                <a:satMod val="175000"/>
                <a:alpha val="40000"/>
              </a:schemeClr>
            </a:glow>
            <a:innerShdw blurRad="63500" dist="50800" dir="18900000">
              <a:prstClr val="black">
                <a:alpha val="50000"/>
              </a:prstClr>
            </a:innerShdw>
          </a:effectLst>
          <a:scene3d>
            <a:camera prst="isometricRightUp"/>
            <a:lightRig rig="threePt" dir="t"/>
          </a:scene3d>
          <a:sp3d>
            <a:bevelT prst="relaxedInset"/>
          </a:sp3d>
        </p:spPr>
        <p:style>
          <a:lnRef idx="3">
            <a:schemeClr val="accent6"/>
          </a:lnRef>
          <a:fillRef idx="0">
            <a:schemeClr val="accent6"/>
          </a:fillRef>
          <a:effectRef idx="2">
            <a:schemeClr val="accent6"/>
          </a:effectRef>
          <a:fontRef idx="minor">
            <a:schemeClr val="tx1"/>
          </a:fontRef>
        </p:style>
      </p:cxnSp>
      <p:sp>
        <p:nvSpPr>
          <p:cNvPr id="9" name="Hộp Văn bản 8">
            <a:extLst>
              <a:ext uri="{FF2B5EF4-FFF2-40B4-BE49-F238E27FC236}">
                <a16:creationId xmlns:a16="http://schemas.microsoft.com/office/drawing/2014/main" id="{279BF776-5C78-4DE8-B24F-EDAC7AC71C67}"/>
              </a:ext>
            </a:extLst>
          </p:cNvPr>
          <p:cNvSpPr txBox="1"/>
          <p:nvPr/>
        </p:nvSpPr>
        <p:spPr>
          <a:xfrm>
            <a:off x="170484" y="1915729"/>
            <a:ext cx="6096000" cy="369332"/>
          </a:xfrm>
          <a:prstGeom prst="rect">
            <a:avLst/>
          </a:prstGeom>
          <a:noFill/>
        </p:spPr>
        <p:txBody>
          <a:bodyPr wrap="square">
            <a:spAutoFit/>
          </a:bodyPr>
          <a:lstStyle/>
          <a:p>
            <a:r>
              <a:rPr lang="vi-VN"/>
              <a:t>Quản lý Hồ sơ &amp; Danh mục Thiết bị</a:t>
            </a:r>
          </a:p>
        </p:txBody>
      </p:sp>
      <p:sp>
        <p:nvSpPr>
          <p:cNvPr id="11" name="Hộp Văn bản 10">
            <a:extLst>
              <a:ext uri="{FF2B5EF4-FFF2-40B4-BE49-F238E27FC236}">
                <a16:creationId xmlns:a16="http://schemas.microsoft.com/office/drawing/2014/main" id="{33842369-2D00-C4EE-67DA-414FC86347A5}"/>
              </a:ext>
            </a:extLst>
          </p:cNvPr>
          <p:cNvSpPr txBox="1"/>
          <p:nvPr/>
        </p:nvSpPr>
        <p:spPr>
          <a:xfrm>
            <a:off x="1696661" y="3461184"/>
            <a:ext cx="6096000" cy="369332"/>
          </a:xfrm>
          <a:prstGeom prst="rect">
            <a:avLst/>
          </a:prstGeom>
          <a:noFill/>
        </p:spPr>
        <p:txBody>
          <a:bodyPr wrap="square">
            <a:spAutoFit/>
          </a:bodyPr>
          <a:lstStyle/>
          <a:p>
            <a:r>
              <a:rPr lang="vi-VN"/>
              <a:t>Quản lý Vận hành &amp; Điều chuyển</a:t>
            </a:r>
          </a:p>
        </p:txBody>
      </p:sp>
      <p:sp>
        <p:nvSpPr>
          <p:cNvPr id="13" name="Hộp Văn bản 12">
            <a:extLst>
              <a:ext uri="{FF2B5EF4-FFF2-40B4-BE49-F238E27FC236}">
                <a16:creationId xmlns:a16="http://schemas.microsoft.com/office/drawing/2014/main" id="{308BC05C-662A-F004-9972-5C39C68A31D0}"/>
              </a:ext>
            </a:extLst>
          </p:cNvPr>
          <p:cNvSpPr txBox="1"/>
          <p:nvPr/>
        </p:nvSpPr>
        <p:spPr>
          <a:xfrm>
            <a:off x="0" y="5035670"/>
            <a:ext cx="6096000" cy="369332"/>
          </a:xfrm>
          <a:prstGeom prst="rect">
            <a:avLst/>
          </a:prstGeom>
          <a:noFill/>
        </p:spPr>
        <p:txBody>
          <a:bodyPr wrap="square">
            <a:spAutoFit/>
          </a:bodyPr>
          <a:lstStyle/>
          <a:p>
            <a:r>
              <a:rPr lang="vi-VN"/>
              <a:t>Quản lý Bảo trì, Bảo dưỡng &amp; Kiểm định</a:t>
            </a:r>
          </a:p>
        </p:txBody>
      </p:sp>
      <p:sp>
        <p:nvSpPr>
          <p:cNvPr id="15" name="Hộp Văn bản 14">
            <a:extLst>
              <a:ext uri="{FF2B5EF4-FFF2-40B4-BE49-F238E27FC236}">
                <a16:creationId xmlns:a16="http://schemas.microsoft.com/office/drawing/2014/main" id="{A592D524-F324-2FBB-9420-E28175A57D34}"/>
              </a:ext>
            </a:extLst>
          </p:cNvPr>
          <p:cNvSpPr txBox="1"/>
          <p:nvPr/>
        </p:nvSpPr>
        <p:spPr>
          <a:xfrm>
            <a:off x="6690424" y="1981793"/>
            <a:ext cx="6096000" cy="369332"/>
          </a:xfrm>
          <a:prstGeom prst="rect">
            <a:avLst/>
          </a:prstGeom>
          <a:noFill/>
        </p:spPr>
        <p:txBody>
          <a:bodyPr wrap="square">
            <a:spAutoFit/>
          </a:bodyPr>
          <a:lstStyle/>
          <a:p>
            <a:r>
              <a:rPr lang="vi-VN"/>
              <a:t>Báo cáo &amp; Thống kê</a:t>
            </a:r>
          </a:p>
        </p:txBody>
      </p:sp>
      <p:sp>
        <p:nvSpPr>
          <p:cNvPr id="7" name="Hộp Văn bản 6">
            <a:extLst>
              <a:ext uri="{FF2B5EF4-FFF2-40B4-BE49-F238E27FC236}">
                <a16:creationId xmlns:a16="http://schemas.microsoft.com/office/drawing/2014/main" id="{19659E3B-59A4-31F9-792D-5766B2D6EC2A}"/>
              </a:ext>
            </a:extLst>
          </p:cNvPr>
          <p:cNvSpPr txBox="1"/>
          <p:nvPr/>
        </p:nvSpPr>
        <p:spPr>
          <a:xfrm>
            <a:off x="8391315" y="3460153"/>
            <a:ext cx="6443132" cy="369332"/>
          </a:xfrm>
          <a:prstGeom prst="rect">
            <a:avLst/>
          </a:prstGeom>
          <a:noFill/>
        </p:spPr>
        <p:txBody>
          <a:bodyPr wrap="square">
            <a:spAutoFit/>
          </a:bodyPr>
          <a:lstStyle/>
          <a:p>
            <a:r>
              <a:rPr lang="vi-VN"/>
              <a:t>Phân quyền &amp; Bảo mật</a:t>
            </a:r>
          </a:p>
        </p:txBody>
      </p:sp>
      <p:sp>
        <p:nvSpPr>
          <p:cNvPr id="10" name="Hộp Văn bản 9">
            <a:extLst>
              <a:ext uri="{FF2B5EF4-FFF2-40B4-BE49-F238E27FC236}">
                <a16:creationId xmlns:a16="http://schemas.microsoft.com/office/drawing/2014/main" id="{9B70F490-E0A3-D7BA-00F9-38E4241470C1}"/>
              </a:ext>
            </a:extLst>
          </p:cNvPr>
          <p:cNvSpPr txBox="1"/>
          <p:nvPr/>
        </p:nvSpPr>
        <p:spPr>
          <a:xfrm>
            <a:off x="6169724" y="4921953"/>
            <a:ext cx="6616700" cy="369332"/>
          </a:xfrm>
          <a:prstGeom prst="rect">
            <a:avLst/>
          </a:prstGeom>
          <a:noFill/>
        </p:spPr>
        <p:txBody>
          <a:bodyPr wrap="square">
            <a:spAutoFit/>
          </a:bodyPr>
          <a:lstStyle/>
          <a:p>
            <a:r>
              <a:rPr lang="vi-VN"/>
              <a:t>Quản lý Mượn/Trả &amp; Điều chuyển</a:t>
            </a:r>
          </a:p>
        </p:txBody>
      </p:sp>
      <p:pic>
        <p:nvPicPr>
          <p:cNvPr id="14" name="Hình ảnh 13">
            <a:extLst>
              <a:ext uri="{FF2B5EF4-FFF2-40B4-BE49-F238E27FC236}">
                <a16:creationId xmlns:a16="http://schemas.microsoft.com/office/drawing/2014/main" id="{ABA6B529-1941-6E41-83CE-BE5454C376F8}"/>
              </a:ext>
            </a:extLst>
          </p:cNvPr>
          <p:cNvPicPr>
            <a:picLocks noChangeAspect="1"/>
          </p:cNvPicPr>
          <p:nvPr/>
        </p:nvPicPr>
        <p:blipFill>
          <a:blip r:embed="rId2"/>
          <a:stretch>
            <a:fillRect/>
          </a:stretch>
        </p:blipFill>
        <p:spPr>
          <a:xfrm>
            <a:off x="4549560" y="1637664"/>
            <a:ext cx="1204445" cy="965487"/>
          </a:xfrm>
          <a:prstGeom prst="rect">
            <a:avLst/>
          </a:prstGeom>
        </p:spPr>
      </p:pic>
      <p:pic>
        <p:nvPicPr>
          <p:cNvPr id="19" name="Hình ảnh 18">
            <a:extLst>
              <a:ext uri="{FF2B5EF4-FFF2-40B4-BE49-F238E27FC236}">
                <a16:creationId xmlns:a16="http://schemas.microsoft.com/office/drawing/2014/main" id="{CE34AE4D-49F4-3C1D-BA11-ECE3E29F6ED9}"/>
              </a:ext>
            </a:extLst>
          </p:cNvPr>
          <p:cNvPicPr>
            <a:picLocks noChangeAspect="1"/>
          </p:cNvPicPr>
          <p:nvPr/>
        </p:nvPicPr>
        <p:blipFill>
          <a:blip r:embed="rId3"/>
          <a:stretch>
            <a:fillRect/>
          </a:stretch>
        </p:blipFill>
        <p:spPr>
          <a:xfrm>
            <a:off x="9583374" y="1676438"/>
            <a:ext cx="1839778" cy="966107"/>
          </a:xfrm>
          <a:prstGeom prst="rect">
            <a:avLst/>
          </a:prstGeom>
        </p:spPr>
      </p:pic>
      <p:pic>
        <p:nvPicPr>
          <p:cNvPr id="21" name="Hình ảnh 20">
            <a:extLst>
              <a:ext uri="{FF2B5EF4-FFF2-40B4-BE49-F238E27FC236}">
                <a16:creationId xmlns:a16="http://schemas.microsoft.com/office/drawing/2014/main" id="{A492231B-2518-1C52-7BFD-6BB5F09E15A3}"/>
              </a:ext>
            </a:extLst>
          </p:cNvPr>
          <p:cNvPicPr>
            <a:picLocks noChangeAspect="1"/>
          </p:cNvPicPr>
          <p:nvPr/>
        </p:nvPicPr>
        <p:blipFill>
          <a:blip r:embed="rId4"/>
          <a:stretch>
            <a:fillRect/>
          </a:stretch>
        </p:blipFill>
        <p:spPr>
          <a:xfrm>
            <a:off x="0" y="3080911"/>
            <a:ext cx="1696655" cy="965832"/>
          </a:xfrm>
          <a:prstGeom prst="rect">
            <a:avLst/>
          </a:prstGeom>
        </p:spPr>
      </p:pic>
      <p:pic>
        <p:nvPicPr>
          <p:cNvPr id="4" name="Hình ảnh 3">
            <a:extLst>
              <a:ext uri="{FF2B5EF4-FFF2-40B4-BE49-F238E27FC236}">
                <a16:creationId xmlns:a16="http://schemas.microsoft.com/office/drawing/2014/main" id="{85D30928-B54E-C99B-76E1-9B17F733EADC}"/>
              </a:ext>
            </a:extLst>
          </p:cNvPr>
          <p:cNvPicPr>
            <a:picLocks noChangeAspect="1"/>
          </p:cNvPicPr>
          <p:nvPr/>
        </p:nvPicPr>
        <p:blipFill>
          <a:blip r:embed="rId5"/>
          <a:stretch>
            <a:fillRect/>
          </a:stretch>
        </p:blipFill>
        <p:spPr>
          <a:xfrm>
            <a:off x="4549560" y="4642265"/>
            <a:ext cx="1242744" cy="1156142"/>
          </a:xfrm>
          <a:prstGeom prst="rect">
            <a:avLst/>
          </a:prstGeom>
        </p:spPr>
      </p:pic>
      <p:pic>
        <p:nvPicPr>
          <p:cNvPr id="8" name="Hình ảnh 7">
            <a:extLst>
              <a:ext uri="{FF2B5EF4-FFF2-40B4-BE49-F238E27FC236}">
                <a16:creationId xmlns:a16="http://schemas.microsoft.com/office/drawing/2014/main" id="{6A60A4F1-E2BE-D996-09B9-411169639B51}"/>
              </a:ext>
            </a:extLst>
          </p:cNvPr>
          <p:cNvPicPr>
            <a:picLocks noChangeAspect="1"/>
          </p:cNvPicPr>
          <p:nvPr/>
        </p:nvPicPr>
        <p:blipFill>
          <a:blip r:embed="rId6"/>
          <a:stretch>
            <a:fillRect/>
          </a:stretch>
        </p:blipFill>
        <p:spPr>
          <a:xfrm>
            <a:off x="5957876" y="3112678"/>
            <a:ext cx="1870465" cy="1095375"/>
          </a:xfrm>
          <a:prstGeom prst="rect">
            <a:avLst/>
          </a:prstGeom>
        </p:spPr>
      </p:pic>
      <p:pic>
        <p:nvPicPr>
          <p:cNvPr id="16" name="Hình ảnh 15">
            <a:extLst>
              <a:ext uri="{FF2B5EF4-FFF2-40B4-BE49-F238E27FC236}">
                <a16:creationId xmlns:a16="http://schemas.microsoft.com/office/drawing/2014/main" id="{D72AC53E-61BA-D8E9-BED8-25965D1DE7A0}"/>
              </a:ext>
            </a:extLst>
          </p:cNvPr>
          <p:cNvPicPr>
            <a:picLocks noChangeAspect="1"/>
          </p:cNvPicPr>
          <p:nvPr/>
        </p:nvPicPr>
        <p:blipFill>
          <a:blip r:embed="rId7"/>
          <a:stretch>
            <a:fillRect/>
          </a:stretch>
        </p:blipFill>
        <p:spPr>
          <a:xfrm>
            <a:off x="9755201" y="4672648"/>
            <a:ext cx="1966878" cy="1095375"/>
          </a:xfrm>
          <a:prstGeom prst="rect">
            <a:avLst/>
          </a:prstGeom>
        </p:spPr>
      </p:pic>
    </p:spTree>
    <p:extLst>
      <p:ext uri="{BB962C8B-B14F-4D97-AF65-F5344CB8AC3E}">
        <p14:creationId xmlns:p14="http://schemas.microsoft.com/office/powerpoint/2010/main" val="2248836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745D-383B-75F8-3293-752AF04B04F1}"/>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10F14E70-153F-8B2A-631B-D3415170DA2C}"/>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2" name="Tiêu đề 1">
            <a:extLst>
              <a:ext uri="{FF2B5EF4-FFF2-40B4-BE49-F238E27FC236}">
                <a16:creationId xmlns:a16="http://schemas.microsoft.com/office/drawing/2014/main" id="{47DFE3A0-C25D-CFE5-0BB1-20C458536BF6}"/>
              </a:ext>
            </a:extLst>
          </p:cNvPr>
          <p:cNvSpPr>
            <a:spLocks noGrp="1"/>
          </p:cNvSpPr>
          <p:nvPr>
            <p:ph type="title"/>
          </p:nvPr>
        </p:nvSpPr>
        <p:spPr>
          <a:xfrm>
            <a:off x="221809" y="259380"/>
            <a:ext cx="6010151" cy="142200"/>
          </a:xfrm>
        </p:spPr>
        <p:txBody>
          <a:bodyPr/>
          <a:lstStyle/>
          <a:p>
            <a:r>
              <a:rPr lang="vi-VN" sz="2800" b="1">
                <a:solidFill>
                  <a:schemeClr val="bg1"/>
                </a:solidFill>
              </a:rPr>
              <a:t>Yêu cầu phi chức năng</a:t>
            </a:r>
          </a:p>
        </p:txBody>
      </p:sp>
      <p:sp>
        <p:nvSpPr>
          <p:cNvPr id="6" name="Hộp Văn bản 5">
            <a:extLst>
              <a:ext uri="{FF2B5EF4-FFF2-40B4-BE49-F238E27FC236}">
                <a16:creationId xmlns:a16="http://schemas.microsoft.com/office/drawing/2014/main" id="{DD904714-766E-42EC-969B-9088A9B52173}"/>
              </a:ext>
            </a:extLst>
          </p:cNvPr>
          <p:cNvSpPr txBox="1"/>
          <p:nvPr/>
        </p:nvSpPr>
        <p:spPr>
          <a:xfrm>
            <a:off x="1027605" y="1461280"/>
            <a:ext cx="2130622" cy="646331"/>
          </a:xfrm>
          <a:prstGeom prst="rect">
            <a:avLst/>
          </a:prstGeom>
          <a:noFill/>
        </p:spPr>
        <p:txBody>
          <a:bodyPr wrap="square">
            <a:spAutoFit/>
          </a:bodyPr>
          <a:lstStyle/>
          <a:p>
            <a:r>
              <a:rPr lang="vi-VN"/>
              <a:t>Bảo mật &amp; An toàn Dữ liệu</a:t>
            </a:r>
          </a:p>
        </p:txBody>
      </p:sp>
      <p:sp>
        <p:nvSpPr>
          <p:cNvPr id="8" name="Hộp Văn bản 7">
            <a:extLst>
              <a:ext uri="{FF2B5EF4-FFF2-40B4-BE49-F238E27FC236}">
                <a16:creationId xmlns:a16="http://schemas.microsoft.com/office/drawing/2014/main" id="{69B56D34-C0FB-6D61-00D0-EB2BEFCC08F9}"/>
              </a:ext>
            </a:extLst>
          </p:cNvPr>
          <p:cNvSpPr txBox="1"/>
          <p:nvPr/>
        </p:nvSpPr>
        <p:spPr>
          <a:xfrm>
            <a:off x="4205358" y="3294787"/>
            <a:ext cx="1772789" cy="646331"/>
          </a:xfrm>
          <a:prstGeom prst="rect">
            <a:avLst/>
          </a:prstGeom>
          <a:noFill/>
        </p:spPr>
        <p:txBody>
          <a:bodyPr wrap="square">
            <a:spAutoFit/>
          </a:bodyPr>
          <a:lstStyle/>
          <a:p>
            <a:r>
              <a:rPr lang="vi-VN"/>
              <a:t>Hiệu năng &amp; Khả năng Tải</a:t>
            </a:r>
          </a:p>
        </p:txBody>
      </p:sp>
      <p:sp>
        <p:nvSpPr>
          <p:cNvPr id="10" name="Hộp Văn bản 9">
            <a:extLst>
              <a:ext uri="{FF2B5EF4-FFF2-40B4-BE49-F238E27FC236}">
                <a16:creationId xmlns:a16="http://schemas.microsoft.com/office/drawing/2014/main" id="{1BF150AB-CEC3-D13B-17F5-8FDBF648A186}"/>
              </a:ext>
            </a:extLst>
          </p:cNvPr>
          <p:cNvSpPr txBox="1"/>
          <p:nvPr/>
        </p:nvSpPr>
        <p:spPr>
          <a:xfrm>
            <a:off x="2958963" y="2288988"/>
            <a:ext cx="1429476" cy="646331"/>
          </a:xfrm>
          <a:prstGeom prst="rect">
            <a:avLst/>
          </a:prstGeom>
          <a:noFill/>
        </p:spPr>
        <p:txBody>
          <a:bodyPr wrap="square">
            <a:spAutoFit/>
          </a:bodyPr>
          <a:lstStyle/>
          <a:p>
            <a:r>
              <a:rPr lang="vi-VN"/>
              <a:t>Độ tin cậy &amp; Khả dụng</a:t>
            </a:r>
          </a:p>
        </p:txBody>
      </p:sp>
      <p:sp>
        <p:nvSpPr>
          <p:cNvPr id="12" name="Hộp Văn bản 11">
            <a:extLst>
              <a:ext uri="{FF2B5EF4-FFF2-40B4-BE49-F238E27FC236}">
                <a16:creationId xmlns:a16="http://schemas.microsoft.com/office/drawing/2014/main" id="{3E7732C6-CF28-8CF3-4D4B-7DBEAEAB7F04}"/>
              </a:ext>
            </a:extLst>
          </p:cNvPr>
          <p:cNvSpPr txBox="1"/>
          <p:nvPr/>
        </p:nvSpPr>
        <p:spPr>
          <a:xfrm>
            <a:off x="5738825" y="4180896"/>
            <a:ext cx="2661948" cy="646331"/>
          </a:xfrm>
          <a:prstGeom prst="rect">
            <a:avLst/>
          </a:prstGeom>
          <a:noFill/>
        </p:spPr>
        <p:txBody>
          <a:bodyPr wrap="square">
            <a:spAutoFit/>
          </a:bodyPr>
          <a:lstStyle/>
          <a:p>
            <a:r>
              <a:rPr lang="vi-VN"/>
              <a:t>Giao diện &amp; Trải nghiệm Người dùng</a:t>
            </a:r>
          </a:p>
        </p:txBody>
      </p:sp>
      <p:sp>
        <p:nvSpPr>
          <p:cNvPr id="14" name="Hộp Văn bản 13">
            <a:extLst>
              <a:ext uri="{FF2B5EF4-FFF2-40B4-BE49-F238E27FC236}">
                <a16:creationId xmlns:a16="http://schemas.microsoft.com/office/drawing/2014/main" id="{55D1343B-A61E-3827-3236-02DEAC3361DE}"/>
              </a:ext>
            </a:extLst>
          </p:cNvPr>
          <p:cNvSpPr txBox="1"/>
          <p:nvPr/>
        </p:nvSpPr>
        <p:spPr>
          <a:xfrm>
            <a:off x="2338295" y="5532228"/>
            <a:ext cx="3179372" cy="369332"/>
          </a:xfrm>
          <a:prstGeom prst="rect">
            <a:avLst/>
          </a:prstGeom>
          <a:noFill/>
        </p:spPr>
        <p:txBody>
          <a:bodyPr wrap="square">
            <a:spAutoFit/>
          </a:bodyPr>
          <a:lstStyle/>
          <a:p>
            <a:r>
              <a:rPr lang="vi-VN"/>
              <a:t>Khả năng Bảo trì &amp; Nâng cấp</a:t>
            </a:r>
          </a:p>
        </p:txBody>
      </p:sp>
      <p:cxnSp>
        <p:nvCxnSpPr>
          <p:cNvPr id="16" name="Đường nối Thẳng 15">
            <a:extLst>
              <a:ext uri="{FF2B5EF4-FFF2-40B4-BE49-F238E27FC236}">
                <a16:creationId xmlns:a16="http://schemas.microsoft.com/office/drawing/2014/main" id="{F5DE9104-7E63-F702-500C-A2F456DD3EAB}"/>
              </a:ext>
            </a:extLst>
          </p:cNvPr>
          <p:cNvCxnSpPr>
            <a:cxnSpLocks/>
          </p:cNvCxnSpPr>
          <p:nvPr/>
        </p:nvCxnSpPr>
        <p:spPr>
          <a:xfrm flipV="1">
            <a:off x="1406074" y="2153925"/>
            <a:ext cx="1382348" cy="64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Đường kết nối: Mũi tên Gấp khúc 17">
            <a:extLst>
              <a:ext uri="{FF2B5EF4-FFF2-40B4-BE49-F238E27FC236}">
                <a16:creationId xmlns:a16="http://schemas.microsoft.com/office/drawing/2014/main" id="{C8E6FD28-E6E1-3A80-6B94-88CFEAA6EA22}"/>
              </a:ext>
            </a:extLst>
          </p:cNvPr>
          <p:cNvCxnSpPr>
            <a:cxnSpLocks/>
          </p:cNvCxnSpPr>
          <p:nvPr/>
        </p:nvCxnSpPr>
        <p:spPr>
          <a:xfrm rot="16200000" flipH="1">
            <a:off x="2555419" y="2405980"/>
            <a:ext cx="1874452" cy="140844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Đường kết nối: Mũi tên Gấp khúc 21">
            <a:extLst>
              <a:ext uri="{FF2B5EF4-FFF2-40B4-BE49-F238E27FC236}">
                <a16:creationId xmlns:a16="http://schemas.microsoft.com/office/drawing/2014/main" id="{45EA0829-4C44-924D-34AD-5239F1BA8703}"/>
              </a:ext>
            </a:extLst>
          </p:cNvPr>
          <p:cNvCxnSpPr>
            <a:cxnSpLocks/>
          </p:cNvCxnSpPr>
          <p:nvPr/>
        </p:nvCxnSpPr>
        <p:spPr>
          <a:xfrm>
            <a:off x="3895761" y="4031751"/>
            <a:ext cx="4599472" cy="944623"/>
          </a:xfrm>
          <a:prstGeom prst="bentConnector3">
            <a:avLst>
              <a:gd name="adj1" fmla="val 37936"/>
            </a:avLst>
          </a:prstGeom>
        </p:spPr>
        <p:style>
          <a:lnRef idx="1">
            <a:schemeClr val="accent1"/>
          </a:lnRef>
          <a:fillRef idx="0">
            <a:schemeClr val="accent1"/>
          </a:fillRef>
          <a:effectRef idx="0">
            <a:schemeClr val="accent1"/>
          </a:effectRef>
          <a:fontRef idx="minor">
            <a:schemeClr val="tx1"/>
          </a:fontRef>
        </p:style>
      </p:cxnSp>
      <p:pic>
        <p:nvPicPr>
          <p:cNvPr id="30" name="Hình ảnh 29">
            <a:extLst>
              <a:ext uri="{FF2B5EF4-FFF2-40B4-BE49-F238E27FC236}">
                <a16:creationId xmlns:a16="http://schemas.microsoft.com/office/drawing/2014/main" id="{9563DB99-04E6-DB48-8E5D-BF07D89C100A}"/>
              </a:ext>
            </a:extLst>
          </p:cNvPr>
          <p:cNvPicPr>
            <a:picLocks noChangeAspect="1"/>
          </p:cNvPicPr>
          <p:nvPr/>
        </p:nvPicPr>
        <p:blipFill>
          <a:blip r:embed="rId2"/>
          <a:stretch>
            <a:fillRect/>
          </a:stretch>
        </p:blipFill>
        <p:spPr>
          <a:xfrm>
            <a:off x="3243763" y="1337706"/>
            <a:ext cx="1039073" cy="718064"/>
          </a:xfrm>
          <a:prstGeom prst="rect">
            <a:avLst/>
          </a:prstGeom>
        </p:spPr>
      </p:pic>
      <p:pic>
        <p:nvPicPr>
          <p:cNvPr id="32" name="Hình ảnh 31">
            <a:extLst>
              <a:ext uri="{FF2B5EF4-FFF2-40B4-BE49-F238E27FC236}">
                <a16:creationId xmlns:a16="http://schemas.microsoft.com/office/drawing/2014/main" id="{528B040A-1E76-474C-139D-737BA8DF1456}"/>
              </a:ext>
            </a:extLst>
          </p:cNvPr>
          <p:cNvPicPr>
            <a:picLocks noChangeAspect="1"/>
          </p:cNvPicPr>
          <p:nvPr/>
        </p:nvPicPr>
        <p:blipFill>
          <a:blip r:embed="rId3"/>
          <a:stretch>
            <a:fillRect/>
          </a:stretch>
        </p:blipFill>
        <p:spPr>
          <a:xfrm>
            <a:off x="1411180" y="2151898"/>
            <a:ext cx="1382522" cy="955038"/>
          </a:xfrm>
          <a:prstGeom prst="rect">
            <a:avLst/>
          </a:prstGeom>
        </p:spPr>
      </p:pic>
      <p:pic>
        <p:nvPicPr>
          <p:cNvPr id="34" name="Hình ảnh 33">
            <a:extLst>
              <a:ext uri="{FF2B5EF4-FFF2-40B4-BE49-F238E27FC236}">
                <a16:creationId xmlns:a16="http://schemas.microsoft.com/office/drawing/2014/main" id="{A9A831AD-0944-A060-13CD-52E1DDD7D5FF}"/>
              </a:ext>
            </a:extLst>
          </p:cNvPr>
          <p:cNvPicPr>
            <a:picLocks noChangeAspect="1"/>
          </p:cNvPicPr>
          <p:nvPr/>
        </p:nvPicPr>
        <p:blipFill>
          <a:blip r:embed="rId4"/>
          <a:stretch>
            <a:fillRect/>
          </a:stretch>
        </p:blipFill>
        <p:spPr>
          <a:xfrm>
            <a:off x="2788423" y="3106936"/>
            <a:ext cx="1416935" cy="944623"/>
          </a:xfrm>
          <a:prstGeom prst="rect">
            <a:avLst/>
          </a:prstGeom>
        </p:spPr>
      </p:pic>
      <p:pic>
        <p:nvPicPr>
          <p:cNvPr id="36" name="Hình ảnh 35">
            <a:extLst>
              <a:ext uri="{FF2B5EF4-FFF2-40B4-BE49-F238E27FC236}">
                <a16:creationId xmlns:a16="http://schemas.microsoft.com/office/drawing/2014/main" id="{0C7A910A-5DB0-0FCF-7EE9-AE9830ACF5E2}"/>
              </a:ext>
            </a:extLst>
          </p:cNvPr>
          <p:cNvPicPr>
            <a:picLocks noChangeAspect="1"/>
          </p:cNvPicPr>
          <p:nvPr/>
        </p:nvPicPr>
        <p:blipFill>
          <a:blip r:embed="rId5"/>
          <a:stretch>
            <a:fillRect/>
          </a:stretch>
        </p:blipFill>
        <p:spPr>
          <a:xfrm>
            <a:off x="4195833" y="4037904"/>
            <a:ext cx="1448532" cy="940288"/>
          </a:xfrm>
          <a:prstGeom prst="rect">
            <a:avLst/>
          </a:prstGeom>
        </p:spPr>
      </p:pic>
      <p:sp>
        <p:nvSpPr>
          <p:cNvPr id="40" name="Hộp Văn bản 39">
            <a:extLst>
              <a:ext uri="{FF2B5EF4-FFF2-40B4-BE49-F238E27FC236}">
                <a16:creationId xmlns:a16="http://schemas.microsoft.com/office/drawing/2014/main" id="{7A37D4D5-0BE5-C992-2CCD-F10C8EA8C32C}"/>
              </a:ext>
            </a:extLst>
          </p:cNvPr>
          <p:cNvSpPr txBox="1"/>
          <p:nvPr/>
        </p:nvSpPr>
        <p:spPr>
          <a:xfrm>
            <a:off x="5517667" y="1615633"/>
            <a:ext cx="6096000" cy="369332"/>
          </a:xfrm>
          <a:prstGeom prst="rect">
            <a:avLst/>
          </a:prstGeom>
          <a:noFill/>
        </p:spPr>
        <p:txBody>
          <a:bodyPr wrap="square">
            <a:spAutoFit/>
          </a:bodyPr>
          <a:lstStyle/>
          <a:p>
            <a:pPr marL="285750" indent="-285750">
              <a:buFont typeface="Wingdings" panose="05000000000000000000" pitchFamily="2" charset="2"/>
              <a:buChar char="Ø"/>
            </a:pPr>
            <a:r>
              <a:rPr lang="vi-VN"/>
              <a:t>Dữ liệu y tế và hồ sơ thiết bị nên được bảo mật</a:t>
            </a:r>
          </a:p>
        </p:txBody>
      </p:sp>
      <p:sp>
        <p:nvSpPr>
          <p:cNvPr id="42" name="Hộp Văn bản 41">
            <a:extLst>
              <a:ext uri="{FF2B5EF4-FFF2-40B4-BE49-F238E27FC236}">
                <a16:creationId xmlns:a16="http://schemas.microsoft.com/office/drawing/2014/main" id="{BA21C993-BA59-35EF-2B98-40B45B3F9507}"/>
              </a:ext>
            </a:extLst>
          </p:cNvPr>
          <p:cNvSpPr txBox="1"/>
          <p:nvPr/>
        </p:nvSpPr>
        <p:spPr>
          <a:xfrm>
            <a:off x="7002585" y="3403181"/>
            <a:ext cx="6096000" cy="369332"/>
          </a:xfrm>
          <a:prstGeom prst="rect">
            <a:avLst/>
          </a:prstGeom>
          <a:noFill/>
        </p:spPr>
        <p:txBody>
          <a:bodyPr wrap="square">
            <a:spAutoFit/>
          </a:bodyPr>
          <a:lstStyle/>
          <a:p>
            <a:pPr marL="285750" indent="-285750">
              <a:buFont typeface="Wingdings" panose="05000000000000000000" pitchFamily="2" charset="2"/>
              <a:buChar char="Ø"/>
            </a:pPr>
            <a:r>
              <a:rPr lang="vi-VN"/>
              <a:t>Trường hợp khẩn cấp</a:t>
            </a:r>
          </a:p>
        </p:txBody>
      </p:sp>
      <p:sp>
        <p:nvSpPr>
          <p:cNvPr id="44" name="Hộp Văn bản 43">
            <a:extLst>
              <a:ext uri="{FF2B5EF4-FFF2-40B4-BE49-F238E27FC236}">
                <a16:creationId xmlns:a16="http://schemas.microsoft.com/office/drawing/2014/main" id="{367D182E-DAC8-8A60-DA91-A2E49BF84162}"/>
              </a:ext>
            </a:extLst>
          </p:cNvPr>
          <p:cNvSpPr txBox="1"/>
          <p:nvPr/>
        </p:nvSpPr>
        <p:spPr>
          <a:xfrm>
            <a:off x="6017854" y="5426475"/>
            <a:ext cx="5095625" cy="646331"/>
          </a:xfrm>
          <a:prstGeom prst="rect">
            <a:avLst/>
          </a:prstGeom>
          <a:noFill/>
        </p:spPr>
        <p:txBody>
          <a:bodyPr wrap="square">
            <a:spAutoFit/>
          </a:bodyPr>
          <a:lstStyle/>
          <a:p>
            <a:pPr marL="285750" indent="-285750">
              <a:buFont typeface="Wingdings" panose="05000000000000000000" pitchFamily="2" charset="2"/>
              <a:buChar char="q"/>
            </a:pPr>
            <a:r>
              <a:rPr lang="vi-VN"/>
              <a:t>Ưu tiên thấp — làm xong lõi hệ thống mới tính đến nâng cấp, kết nối HIS/EMR.</a:t>
            </a:r>
          </a:p>
        </p:txBody>
      </p:sp>
    </p:spTree>
    <p:extLst>
      <p:ext uri="{BB962C8B-B14F-4D97-AF65-F5344CB8AC3E}">
        <p14:creationId xmlns:p14="http://schemas.microsoft.com/office/powerpoint/2010/main" val="1998383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4C4A-14CF-1CCC-42F2-44C35AFBCD4A}"/>
            </a:ext>
          </a:extLst>
        </p:cNvPr>
        <p:cNvGrpSpPr/>
        <p:nvPr/>
      </p:nvGrpSpPr>
      <p:grpSpPr>
        <a:xfrm>
          <a:off x="0" y="0"/>
          <a:ext cx="0" cy="0"/>
          <a:chOff x="0" y="0"/>
          <a:chExt cx="0" cy="0"/>
        </a:xfrm>
      </p:grpSpPr>
      <p:sp>
        <p:nvSpPr>
          <p:cNvPr id="317" name="TextShape 1">
            <a:extLst>
              <a:ext uri="{FF2B5EF4-FFF2-40B4-BE49-F238E27FC236}">
                <a16:creationId xmlns:a16="http://schemas.microsoft.com/office/drawing/2014/main" id="{0779D806-1ECE-AF55-3B2D-9D8298E69082}"/>
              </a:ext>
            </a:extLst>
          </p:cNvPr>
          <p:cNvSpPr txBox="1"/>
          <p:nvPr/>
        </p:nvSpPr>
        <p:spPr>
          <a:xfrm>
            <a:off x="5672667" y="2478974"/>
            <a:ext cx="6276813" cy="4192760"/>
          </a:xfrm>
          <a:prstGeom prst="rect">
            <a:avLst/>
          </a:prstGeom>
          <a:noFill/>
          <a:ln>
            <a:noFill/>
          </a:ln>
        </p:spPr>
        <p:txBody>
          <a:bodyPr lIns="90000" tIns="45000" rIns="90000" bIns="45000">
            <a:noAutofit/>
          </a:bodyPr>
          <a:lstStyle/>
          <a:p>
            <a:pPr algn="ctr"/>
            <a:r>
              <a:rPr lang="vi-VN" sz="4800" b="0" strike="noStrike" spc="-1" dirty="0">
                <a:solidFill>
                  <a:srgbClr val="FF0000"/>
                </a:solidFill>
                <a:latin typeface="Calibri"/>
              </a:rPr>
              <a:t>IV. Sơ đồ hệ thống</a:t>
            </a:r>
            <a:endParaRPr lang="en-US" sz="4800" b="0" strike="noStrike" spc="-1" dirty="0">
              <a:solidFill>
                <a:srgbClr val="FF0000"/>
              </a:solidFill>
              <a:latin typeface="Calibri"/>
            </a:endParaRPr>
          </a:p>
        </p:txBody>
      </p:sp>
      <p:sp>
        <p:nvSpPr>
          <p:cNvPr id="318" name="TextShape 2">
            <a:extLst>
              <a:ext uri="{FF2B5EF4-FFF2-40B4-BE49-F238E27FC236}">
                <a16:creationId xmlns:a16="http://schemas.microsoft.com/office/drawing/2014/main" id="{24719509-7ECF-3E02-0730-3CE89FC8C3B9}"/>
              </a:ext>
            </a:extLst>
          </p:cNvPr>
          <p:cNvSpPr txBox="1"/>
          <p:nvPr/>
        </p:nvSpPr>
        <p:spPr>
          <a:xfrm>
            <a:off x="4558320" y="404280"/>
            <a:ext cx="739116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Tree>
    <p:extLst>
      <p:ext uri="{BB962C8B-B14F-4D97-AF65-F5344CB8AC3E}">
        <p14:creationId xmlns:p14="http://schemas.microsoft.com/office/powerpoint/2010/main" val="3146748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7D146-F0CC-1A56-A042-9667FB97998A}"/>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9EC662F9-91E8-B678-EFAB-18F1428E0FB7}"/>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4" name="Tiêu đề 3">
            <a:extLst>
              <a:ext uri="{FF2B5EF4-FFF2-40B4-BE49-F238E27FC236}">
                <a16:creationId xmlns:a16="http://schemas.microsoft.com/office/drawing/2014/main" id="{22DD80EF-B4EC-D2CE-719B-1DBD4E5385EC}"/>
              </a:ext>
            </a:extLst>
          </p:cNvPr>
          <p:cNvSpPr>
            <a:spLocks noGrp="1"/>
          </p:cNvSpPr>
          <p:nvPr>
            <p:ph type="title"/>
          </p:nvPr>
        </p:nvSpPr>
        <p:spPr>
          <a:xfrm>
            <a:off x="179634" y="-241920"/>
            <a:ext cx="10972440" cy="1144800"/>
          </a:xfrm>
        </p:spPr>
        <p:txBody>
          <a:bodyPr/>
          <a:lstStyle/>
          <a:p>
            <a:r>
              <a:rPr lang="vi-VN" sz="3600" b="1" dirty="0">
                <a:solidFill>
                  <a:schemeClr val="bg1"/>
                </a:solidFill>
              </a:rPr>
              <a:t>Sơ đồ chức năng</a:t>
            </a:r>
            <a:endParaRPr lang="vi-VN" sz="3600" dirty="0">
              <a:solidFill>
                <a:schemeClr val="bg1"/>
              </a:solidFill>
            </a:endParaRPr>
          </a:p>
        </p:txBody>
      </p:sp>
      <p:pic>
        <p:nvPicPr>
          <p:cNvPr id="5" name="Hình ảnh 4" descr="Ảnh có chứa văn bản, ảnh chụp màn hình, Phông chữ, hình vuông&#10;&#10;Nội dung do AI tạo ra có thể không chính xác.">
            <a:extLst>
              <a:ext uri="{FF2B5EF4-FFF2-40B4-BE49-F238E27FC236}">
                <a16:creationId xmlns:a16="http://schemas.microsoft.com/office/drawing/2014/main" id="{4FEFE016-D736-CF44-896B-A21102DB36AC}"/>
              </a:ext>
            </a:extLst>
          </p:cNvPr>
          <p:cNvPicPr>
            <a:picLocks noChangeAspect="1"/>
          </p:cNvPicPr>
          <p:nvPr/>
        </p:nvPicPr>
        <p:blipFill>
          <a:blip r:embed="rId2"/>
          <a:stretch>
            <a:fillRect/>
          </a:stretch>
        </p:blipFill>
        <p:spPr>
          <a:xfrm>
            <a:off x="1273907" y="1130692"/>
            <a:ext cx="8424985" cy="5115756"/>
          </a:xfrm>
          <a:prstGeom prst="rect">
            <a:avLst/>
          </a:prstGeom>
        </p:spPr>
      </p:pic>
    </p:spTree>
    <p:extLst>
      <p:ext uri="{BB962C8B-B14F-4D97-AF65-F5344CB8AC3E}">
        <p14:creationId xmlns:p14="http://schemas.microsoft.com/office/powerpoint/2010/main" val="2352174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18C4-9072-E3AD-8327-E951A190F4E3}"/>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C2BA8EFD-A01F-595E-B716-BE382C58F646}"/>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4" name="Tiêu đề 3">
            <a:extLst>
              <a:ext uri="{FF2B5EF4-FFF2-40B4-BE49-F238E27FC236}">
                <a16:creationId xmlns:a16="http://schemas.microsoft.com/office/drawing/2014/main" id="{ECCCED27-957E-A472-FC76-27630D8ADF4E}"/>
              </a:ext>
            </a:extLst>
          </p:cNvPr>
          <p:cNvSpPr>
            <a:spLocks noGrp="1"/>
          </p:cNvSpPr>
          <p:nvPr>
            <p:ph type="title"/>
          </p:nvPr>
        </p:nvSpPr>
        <p:spPr>
          <a:xfrm>
            <a:off x="179634" y="-241920"/>
            <a:ext cx="10972440" cy="1144800"/>
          </a:xfrm>
        </p:spPr>
        <p:txBody>
          <a:bodyPr/>
          <a:lstStyle/>
          <a:p>
            <a:r>
              <a:rPr lang="vi-VN" sz="3600" b="1" dirty="0">
                <a:solidFill>
                  <a:schemeClr val="bg1"/>
                </a:solidFill>
              </a:rPr>
              <a:t>Sơ đồ </a:t>
            </a:r>
            <a:r>
              <a:rPr lang="vi-VN" sz="3600" b="1" dirty="0" err="1">
                <a:solidFill>
                  <a:schemeClr val="bg1"/>
                </a:solidFill>
              </a:rPr>
              <a:t>UseCase</a:t>
            </a:r>
            <a:r>
              <a:rPr lang="vi-VN" sz="3600" b="1" dirty="0">
                <a:solidFill>
                  <a:schemeClr val="bg1"/>
                </a:solidFill>
              </a:rPr>
              <a:t> của Trưởng/Phó khoa</a:t>
            </a:r>
            <a:endParaRPr lang="vi-VN" sz="3600" dirty="0">
              <a:solidFill>
                <a:schemeClr val="bg1"/>
              </a:solidFill>
            </a:endParaRPr>
          </a:p>
        </p:txBody>
      </p:sp>
      <p:pic>
        <p:nvPicPr>
          <p:cNvPr id="2" name="Hình ảnh 1" descr="Ảnh có chứa văn bản, vòng tròn, ảnh chụp màn hình, Phông chữ&#10;&#10;Nội dung do AI tạo ra có thể không chính xác.">
            <a:extLst>
              <a:ext uri="{FF2B5EF4-FFF2-40B4-BE49-F238E27FC236}">
                <a16:creationId xmlns:a16="http://schemas.microsoft.com/office/drawing/2014/main" id="{EFE5A5AE-83E5-4F2E-4272-92DD55CDF242}"/>
              </a:ext>
            </a:extLst>
          </p:cNvPr>
          <p:cNvPicPr>
            <a:picLocks noChangeAspect="1"/>
          </p:cNvPicPr>
          <p:nvPr/>
        </p:nvPicPr>
        <p:blipFill>
          <a:blip r:embed="rId2"/>
          <a:stretch>
            <a:fillRect/>
          </a:stretch>
        </p:blipFill>
        <p:spPr>
          <a:xfrm>
            <a:off x="1294423" y="1135005"/>
            <a:ext cx="9220200" cy="4896696"/>
          </a:xfrm>
          <a:prstGeom prst="rect">
            <a:avLst/>
          </a:prstGeom>
        </p:spPr>
      </p:pic>
    </p:spTree>
    <p:extLst>
      <p:ext uri="{BB962C8B-B14F-4D97-AF65-F5344CB8AC3E}">
        <p14:creationId xmlns:p14="http://schemas.microsoft.com/office/powerpoint/2010/main" val="631855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1009F-ABE6-37F5-95E0-96FC432F6698}"/>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E0275E2B-CEBE-EA48-3A17-E03E915401BD}"/>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4" name="Tiêu đề 3">
            <a:extLst>
              <a:ext uri="{FF2B5EF4-FFF2-40B4-BE49-F238E27FC236}">
                <a16:creationId xmlns:a16="http://schemas.microsoft.com/office/drawing/2014/main" id="{6A2393E6-D10D-AF61-C331-BE8337D90770}"/>
              </a:ext>
            </a:extLst>
          </p:cNvPr>
          <p:cNvSpPr>
            <a:spLocks noGrp="1"/>
          </p:cNvSpPr>
          <p:nvPr>
            <p:ph type="title"/>
          </p:nvPr>
        </p:nvSpPr>
        <p:spPr>
          <a:xfrm>
            <a:off x="179634" y="-241920"/>
            <a:ext cx="10972440" cy="1144800"/>
          </a:xfrm>
        </p:spPr>
        <p:txBody>
          <a:bodyPr/>
          <a:lstStyle/>
          <a:p>
            <a:r>
              <a:rPr lang="vi-VN" sz="3200" b="1" dirty="0">
                <a:solidFill>
                  <a:schemeClr val="bg1"/>
                </a:solidFill>
              </a:rPr>
              <a:t>Sơ đồ </a:t>
            </a:r>
            <a:r>
              <a:rPr lang="vi-VN" sz="3200" b="1" dirty="0" err="1">
                <a:solidFill>
                  <a:schemeClr val="bg1"/>
                </a:solidFill>
              </a:rPr>
              <a:t>UseCase</a:t>
            </a:r>
            <a:r>
              <a:rPr lang="vi-VN" sz="3200" b="1" dirty="0">
                <a:solidFill>
                  <a:schemeClr val="bg1"/>
                </a:solidFill>
              </a:rPr>
              <a:t> của nhân viên kĩ thuật quản lý thiết bị</a:t>
            </a:r>
            <a:endParaRPr lang="vi-VN" sz="3200" dirty="0">
              <a:solidFill>
                <a:schemeClr val="bg1"/>
              </a:solidFill>
            </a:endParaRPr>
          </a:p>
        </p:txBody>
      </p:sp>
      <p:pic>
        <p:nvPicPr>
          <p:cNvPr id="3" name="Hình ảnh 2" descr="Ảnh có chứa vòng tròn, văn bản, ảnh chụp màn hình, đen và trắng&#10;&#10;Nội dung do AI tạo ra có thể không chính xác.">
            <a:extLst>
              <a:ext uri="{FF2B5EF4-FFF2-40B4-BE49-F238E27FC236}">
                <a16:creationId xmlns:a16="http://schemas.microsoft.com/office/drawing/2014/main" id="{6B0E1770-905E-E364-E5BA-2EB46555E212}"/>
              </a:ext>
            </a:extLst>
          </p:cNvPr>
          <p:cNvPicPr>
            <a:picLocks noChangeAspect="1"/>
          </p:cNvPicPr>
          <p:nvPr/>
        </p:nvPicPr>
        <p:blipFill>
          <a:blip r:embed="rId2"/>
          <a:stretch>
            <a:fillRect/>
          </a:stretch>
        </p:blipFill>
        <p:spPr>
          <a:xfrm>
            <a:off x="1613029" y="1106853"/>
            <a:ext cx="8489203" cy="5328139"/>
          </a:xfrm>
          <a:prstGeom prst="rect">
            <a:avLst/>
          </a:prstGeom>
        </p:spPr>
      </p:pic>
    </p:spTree>
    <p:extLst>
      <p:ext uri="{BB962C8B-B14F-4D97-AF65-F5344CB8AC3E}">
        <p14:creationId xmlns:p14="http://schemas.microsoft.com/office/powerpoint/2010/main" val="3277589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FB3F-74E9-6CD1-554E-454793BDFD07}"/>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D9479827-9EC0-9393-74A1-458BDC3F95AB}"/>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4" name="Tiêu đề 3">
            <a:extLst>
              <a:ext uri="{FF2B5EF4-FFF2-40B4-BE49-F238E27FC236}">
                <a16:creationId xmlns:a16="http://schemas.microsoft.com/office/drawing/2014/main" id="{DAA3CA09-A707-5A20-3C1E-25FF3164A765}"/>
              </a:ext>
            </a:extLst>
          </p:cNvPr>
          <p:cNvSpPr>
            <a:spLocks noGrp="1"/>
          </p:cNvSpPr>
          <p:nvPr>
            <p:ph type="title"/>
          </p:nvPr>
        </p:nvSpPr>
        <p:spPr>
          <a:xfrm>
            <a:off x="179634" y="-241920"/>
            <a:ext cx="10972440" cy="1144800"/>
          </a:xfrm>
        </p:spPr>
        <p:txBody>
          <a:bodyPr/>
          <a:lstStyle/>
          <a:p>
            <a:r>
              <a:rPr lang="vi-VN" sz="3600" b="1" dirty="0">
                <a:solidFill>
                  <a:schemeClr val="bg1"/>
                </a:solidFill>
              </a:rPr>
              <a:t>Sơ đồ </a:t>
            </a:r>
            <a:r>
              <a:rPr lang="vi-VN" sz="3600" b="1" dirty="0" err="1">
                <a:solidFill>
                  <a:schemeClr val="bg1"/>
                </a:solidFill>
              </a:rPr>
              <a:t>UseCase</a:t>
            </a:r>
            <a:r>
              <a:rPr lang="vi-VN" sz="3600" b="1" dirty="0">
                <a:solidFill>
                  <a:schemeClr val="bg1"/>
                </a:solidFill>
              </a:rPr>
              <a:t> Bác sĩ, nhân viên khoa phòng</a:t>
            </a:r>
            <a:endParaRPr lang="vi-VN" sz="2400" dirty="0">
              <a:solidFill>
                <a:schemeClr val="bg1"/>
              </a:solidFill>
            </a:endParaRPr>
          </a:p>
        </p:txBody>
      </p:sp>
      <p:pic>
        <p:nvPicPr>
          <p:cNvPr id="2" name="Hình ảnh 1" descr="Ảnh có chứa văn bản, vòng tròn, ảnh chụp màn hình, Phông chữ&#10;&#10;Nội dung do AI tạo ra có thể không chính xác.">
            <a:extLst>
              <a:ext uri="{FF2B5EF4-FFF2-40B4-BE49-F238E27FC236}">
                <a16:creationId xmlns:a16="http://schemas.microsoft.com/office/drawing/2014/main" id="{FA045B5C-95CA-4B52-C4F1-0527CF5FE9FE}"/>
              </a:ext>
            </a:extLst>
          </p:cNvPr>
          <p:cNvPicPr>
            <a:picLocks noChangeAspect="1"/>
          </p:cNvPicPr>
          <p:nvPr/>
        </p:nvPicPr>
        <p:blipFill>
          <a:blip r:embed="rId2"/>
          <a:stretch>
            <a:fillRect/>
          </a:stretch>
        </p:blipFill>
        <p:spPr>
          <a:xfrm>
            <a:off x="1294423" y="1257480"/>
            <a:ext cx="9220200" cy="4821126"/>
          </a:xfrm>
          <a:prstGeom prst="rect">
            <a:avLst/>
          </a:prstGeom>
        </p:spPr>
      </p:pic>
    </p:spTree>
    <p:extLst>
      <p:ext uri="{BB962C8B-B14F-4D97-AF65-F5344CB8AC3E}">
        <p14:creationId xmlns:p14="http://schemas.microsoft.com/office/powerpoint/2010/main" val="2776590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56400" y="2824200"/>
            <a:ext cx="5136480" cy="9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a:t>
            </a:r>
            <a:endParaRPr lang="en-US" sz="6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BCF444731E1E47B8DBDF3C8722B528" ma:contentTypeVersion="10" ma:contentTypeDescription="Create a new document." ma:contentTypeScope="" ma:versionID="c347f96876d1431457fd006c60129655">
  <xsd:schema xmlns:xsd="http://www.w3.org/2001/XMLSchema" xmlns:xs="http://www.w3.org/2001/XMLSchema" xmlns:p="http://schemas.microsoft.com/office/2006/metadata/properties" xmlns:ns3="7dc7e226-d88d-4f09-b96e-4d6dbfb47bb6" targetNamespace="http://schemas.microsoft.com/office/2006/metadata/properties" ma:root="true" ma:fieldsID="4dea77ef5a519a63d7d1430d61c25be7" ns3:_="">
    <xsd:import namespace="7dc7e226-d88d-4f09-b96e-4d6dbfb47bb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c7e226-d88d-4f09-b96e-4d6dbfb47bb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dc7e226-d88d-4f09-b96e-4d6dbfb47bb6" xsi:nil="true"/>
  </documentManagement>
</p:properties>
</file>

<file path=customXml/itemProps1.xml><?xml version="1.0" encoding="utf-8"?>
<ds:datastoreItem xmlns:ds="http://schemas.openxmlformats.org/officeDocument/2006/customXml" ds:itemID="{1198ACDE-881A-4FC8-8C24-02809ED938B3}">
  <ds:schemaRefs>
    <ds:schemaRef ds:uri="http://schemas.microsoft.com/sharepoint/v3/contenttype/forms"/>
  </ds:schemaRefs>
</ds:datastoreItem>
</file>

<file path=customXml/itemProps2.xml><?xml version="1.0" encoding="utf-8"?>
<ds:datastoreItem xmlns:ds="http://schemas.openxmlformats.org/officeDocument/2006/customXml" ds:itemID="{3AAD1B7D-51D5-41B9-970D-871FC61CECAC}">
  <ds:schemaRefs>
    <ds:schemaRef ds:uri="7dc7e226-d88d-4f09-b96e-4d6dbfb47b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FE1ED52-D13F-46A8-8D8F-11CD30C5AEDF}">
  <ds:schemaRefs>
    <ds:schemaRef ds:uri="7dc7e226-d88d-4f09-b96e-4d6dbfb47bb6"/>
    <ds:schemaRef ds:uri="http://purl.org/dc/dcmitype/"/>
    <ds:schemaRef ds:uri="http://purl.org/dc/elements/1.1/"/>
    <ds:schemaRef ds:uri="http://schemas.microsoft.com/office/2006/documentManagement/types"/>
    <ds:schemaRef ds:uri="http://purl.org/dc/term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17</TotalTime>
  <Words>851</Words>
  <Application>Microsoft Office PowerPoint</Application>
  <PresentationFormat>Màn hình rộng</PresentationFormat>
  <Paragraphs>106</Paragraphs>
  <Slides>21</Slides>
  <Notes>0</Notes>
  <HiddenSlides>0</HiddenSlides>
  <MMClips>0</MMClips>
  <ScaleCrop>false</ScaleCrop>
  <HeadingPairs>
    <vt:vector size="6" baseType="variant">
      <vt:variant>
        <vt:lpstr>Phông được Dùng</vt:lpstr>
      </vt:variant>
      <vt:variant>
        <vt:i4>7</vt:i4>
      </vt:variant>
      <vt:variant>
        <vt:lpstr>Chủ đề</vt:lpstr>
      </vt:variant>
      <vt:variant>
        <vt:i4>5</vt:i4>
      </vt:variant>
      <vt:variant>
        <vt:lpstr>Tiêu đề Bản chiếu</vt:lpstr>
      </vt:variant>
      <vt:variant>
        <vt:i4>21</vt:i4>
      </vt:variant>
    </vt:vector>
  </HeadingPairs>
  <TitlesOfParts>
    <vt:vector size="33" baseType="lpstr">
      <vt:lpstr>Aptos</vt:lpstr>
      <vt:lpstr>Arial</vt:lpstr>
      <vt:lpstr>Calibri</vt:lpstr>
      <vt:lpstr>Lato</vt:lpstr>
      <vt:lpstr>Symbol</vt:lpstr>
      <vt:lpstr>Times New Roman</vt:lpstr>
      <vt:lpstr>Wingdings</vt:lpstr>
      <vt:lpstr>Office Theme</vt:lpstr>
      <vt:lpstr>Office Theme</vt:lpstr>
      <vt:lpstr>Office Theme</vt:lpstr>
      <vt:lpstr>Office Theme</vt:lpstr>
      <vt:lpstr>Office Theme</vt:lpstr>
      <vt:lpstr>Bản trình bày PowerPoint</vt:lpstr>
      <vt:lpstr>PROJECT XÂY DỰNG PHẦN MỀM QUẢN LÝ DỤNG CỤ Y TẾ </vt:lpstr>
      <vt:lpstr>Bản trình bày PowerPoint</vt:lpstr>
      <vt:lpstr>Bản trình bày PowerPoint</vt:lpstr>
      <vt:lpstr>Bản trình bày PowerPoint</vt:lpstr>
      <vt:lpstr>Timeline dự kiến</vt:lpstr>
      <vt:lpstr>Bản trình bày PowerPoint</vt:lpstr>
      <vt:lpstr>Bản trình bày PowerPoint</vt:lpstr>
      <vt:lpstr>Nhu cầu thực tiễn</vt:lpstr>
      <vt:lpstr>Bản trình bày PowerPoint</vt:lpstr>
      <vt:lpstr>Bản trình bày PowerPoint</vt:lpstr>
      <vt:lpstr>Bản trình bày PowerPoint</vt:lpstr>
      <vt:lpstr>Bản trình bày PowerPoint</vt:lpstr>
      <vt:lpstr>Yêu cầu chức năng</vt:lpstr>
      <vt:lpstr>Yêu cầu phi chức năng</vt:lpstr>
      <vt:lpstr>Bản trình bày PowerPoint</vt:lpstr>
      <vt:lpstr>Sơ đồ chức năng</vt:lpstr>
      <vt:lpstr>Sơ đồ UseCase của Trưởng/Phó khoa</vt:lpstr>
      <vt:lpstr>Sơ đồ UseCase của nhân viên kĩ thuật quản lý thiết bị</vt:lpstr>
      <vt:lpstr>Sơ đồ UseCase Bác sĩ, nhân viên khoa phòng</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Phong TT &amp; QTTH</dc:creator>
  <dc:description/>
  <cp:lastModifiedBy>Le Xuan Loc 202414220</cp:lastModifiedBy>
  <cp:revision>1</cp:revision>
  <dcterms:created xsi:type="dcterms:W3CDTF">2020-12-31T09:57:48Z</dcterms:created>
  <dcterms:modified xsi:type="dcterms:W3CDTF">2026-09-30T02:58:50Z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0x01010001BCF444731E1E47B8DBDF3C8722B528</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